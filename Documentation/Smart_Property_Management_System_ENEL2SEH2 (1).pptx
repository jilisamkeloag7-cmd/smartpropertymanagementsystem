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4" r:id="rId9"/>
    <p:sldId id="270" r:id="rId10"/>
    <p:sldId id="26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D1FD11-9B45-4F2A-B46F-56C36CEB1CE1}" v="37" dt="2026-07-31T08:32:42.00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50" d="100"/>
          <a:sy n="50" d="100"/>
        </p:scale>
        <p:origin x="-29" y="60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svg"/><Relationship Id="rId1" Type="http://schemas.openxmlformats.org/officeDocument/2006/relationships/image" Target="../media/image3.svg"/><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6.svg"/></Relationships>
</file>

<file path=ppt/diagrams/_rels/data2.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image" Target="../media/image11.svg"/></Relationships>
</file>

<file path=ppt/diagrams/_rels/data3.xml.rels><?xml version="1.0" encoding="UTF-8" standalone="yes"?>
<Relationships xmlns="http://schemas.openxmlformats.org/package/2006/relationships"><Relationship Id="rId3" Type="http://schemas.openxmlformats.org/officeDocument/2006/relationships/image" Target="../media/image16.svg"/><Relationship Id="rId7" Type="http://schemas.openxmlformats.org/officeDocument/2006/relationships/image" Target="../media/image19.svg"/><Relationship Id="rId2" Type="http://schemas.openxmlformats.org/officeDocument/2006/relationships/image" Target="../media/image15.svg"/><Relationship Id="rId1" Type="http://schemas.openxmlformats.org/officeDocument/2006/relationships/image" Target="../media/image14.svg"/><Relationship Id="rId6" Type="http://schemas.openxmlformats.org/officeDocument/2006/relationships/image" Target="../media/image18.svg"/><Relationship Id="rId5" Type="http://schemas.openxmlformats.org/officeDocument/2006/relationships/image" Target="../media/image8.svg"/><Relationship Id="rId4" Type="http://schemas.openxmlformats.org/officeDocument/2006/relationships/image" Target="../media/image17.svg"/></Relationships>
</file>

<file path=ppt/diagrams/_rels/data4.xml.rels><?xml version="1.0" encoding="UTF-8" standalone="yes"?>
<Relationships xmlns="http://schemas.openxmlformats.org/package/2006/relationships"><Relationship Id="rId1" Type="http://schemas.openxmlformats.org/officeDocument/2006/relationships/image" Target="../media/image23.svg"/></Relationships>
</file>

<file path=ppt/diagrams/_rels/data5.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26.svg"/><Relationship Id="rId7" Type="http://schemas.openxmlformats.org/officeDocument/2006/relationships/image" Target="../media/image30.svg"/><Relationship Id="rId2" Type="http://schemas.openxmlformats.org/officeDocument/2006/relationships/image" Target="../media/image25.svg"/><Relationship Id="rId1" Type="http://schemas.openxmlformats.org/officeDocument/2006/relationships/image" Target="../media/image24.svg"/><Relationship Id="rId6" Type="http://schemas.openxmlformats.org/officeDocument/2006/relationships/image" Target="../media/image29.svg"/><Relationship Id="rId5" Type="http://schemas.openxmlformats.org/officeDocument/2006/relationships/image" Target="../media/image28.svg"/><Relationship Id="rId4" Type="http://schemas.openxmlformats.org/officeDocument/2006/relationships/image" Target="../media/image27.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svg"/><Relationship Id="rId1" Type="http://schemas.openxmlformats.org/officeDocument/2006/relationships/image" Target="../media/image3.svg"/><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6.svg"/></Relationships>
</file>

<file path=ppt/diagrams/_rels/drawing2.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image" Target="../media/image11.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6.svg"/><Relationship Id="rId7" Type="http://schemas.openxmlformats.org/officeDocument/2006/relationships/image" Target="../media/image19.svg"/><Relationship Id="rId2" Type="http://schemas.openxmlformats.org/officeDocument/2006/relationships/image" Target="../media/image15.svg"/><Relationship Id="rId1" Type="http://schemas.openxmlformats.org/officeDocument/2006/relationships/image" Target="../media/image14.svg"/><Relationship Id="rId6" Type="http://schemas.openxmlformats.org/officeDocument/2006/relationships/image" Target="../media/image18.svg"/><Relationship Id="rId5" Type="http://schemas.openxmlformats.org/officeDocument/2006/relationships/image" Target="../media/image8.svg"/><Relationship Id="rId4" Type="http://schemas.openxmlformats.org/officeDocument/2006/relationships/image" Target="../media/image17.svg"/></Relationships>
</file>

<file path=ppt/diagrams/_rels/drawing4.xml.rels><?xml version="1.0" encoding="UTF-8" standalone="yes"?>
<Relationships xmlns="http://schemas.openxmlformats.org/package/2006/relationships"><Relationship Id="rId1" Type="http://schemas.openxmlformats.org/officeDocument/2006/relationships/image" Target="../media/image23.svg"/></Relationships>
</file>

<file path=ppt/diagrams/_rels/drawing5.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26.svg"/><Relationship Id="rId7" Type="http://schemas.openxmlformats.org/officeDocument/2006/relationships/image" Target="../media/image30.svg"/><Relationship Id="rId2" Type="http://schemas.openxmlformats.org/officeDocument/2006/relationships/image" Target="../media/image25.svg"/><Relationship Id="rId1" Type="http://schemas.openxmlformats.org/officeDocument/2006/relationships/image" Target="../media/image24.svg"/><Relationship Id="rId6" Type="http://schemas.openxmlformats.org/officeDocument/2006/relationships/image" Target="../media/image29.svg"/><Relationship Id="rId5" Type="http://schemas.openxmlformats.org/officeDocument/2006/relationships/image" Target="../media/image28.svg"/><Relationship Id="rId4" Type="http://schemas.openxmlformats.org/officeDocument/2006/relationships/image" Target="../media/image27.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coloredtext_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bg1"/>
    </dgm:fillClrLst>
    <dgm:linClrLst meth="repeat">
      <a:schemeClr val="lt2">
        <a:alpha val="0"/>
      </a:schemeClr>
    </dgm:linClrLst>
    <dgm:effectClrLst/>
    <dgm:txLinClrLst/>
    <dgm:txFillClrLst meth="repeat">
      <a:schemeClr val="dk1"/>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dgm:fillClrLst>
    <dgm:linClrLst meth="repeat">
      <a:schemeClr val="lt2">
        <a:alpha val="0"/>
      </a:schemeClr>
    </dgm:linClrLst>
    <dgm:effectClrLst/>
    <dgm:txLinClrLst/>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dk2">
        <a:alpha val="0"/>
      </a:schemeClr>
    </dgm:fillClrLst>
    <dgm:linClrLst meth="repeat">
      <a:schemeClr val="dk2">
        <a:alpha val="0"/>
      </a:schemeClr>
    </dgm:linClrLst>
    <dgm:effectClrLst/>
    <dgm:txLinClrLst/>
    <dgm:txFillClrLst meth="repeat">
      <a:schemeClr val="dk2"/>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A96D8C6-D054-4513-A24B-ED10FA668D69}" type="doc">
      <dgm:prSet loTypeId="urn:microsoft.com/office/officeart/2018/5/layout/IconCircleLabelList" loCatId="icon" qsTypeId="urn:microsoft.com/office/officeart/2005/8/quickstyle/simple1" qsCatId="simple" csTypeId="urn:microsoft.com/office/officeart/2005/8/colors/accent1_2" csCatId="accent1" phldr="1"/>
      <dgm:spPr/>
      <dgm:t>
        <a:bodyPr/>
        <a:lstStyle/>
        <a:p>
          <a:endParaRPr lang="en-US"/>
        </a:p>
      </dgm:t>
    </dgm:pt>
    <dgm:pt modelId="{05078B8D-66A5-45B3-9071-C65B9A246F43}">
      <dgm:prSet/>
      <dgm:spPr/>
      <dgm:t>
        <a:bodyPr/>
        <a:lstStyle/>
        <a:p>
          <a:pPr>
            <a:lnSpc>
              <a:spcPct val="100000"/>
            </a:lnSpc>
            <a:defRPr cap="all"/>
          </a:pPr>
          <a:r>
            <a:rPr lang="en-ZA"/>
            <a:t>Executive Summary</a:t>
          </a:r>
          <a:endParaRPr lang="en-US"/>
        </a:p>
      </dgm:t>
    </dgm:pt>
    <dgm:pt modelId="{4B5CFC5B-5C2D-4AAF-B769-BFBC39E7B973}" type="parTrans" cxnId="{13842846-FDE1-4140-B20E-AB2BDAA50F15}">
      <dgm:prSet/>
      <dgm:spPr/>
      <dgm:t>
        <a:bodyPr/>
        <a:lstStyle/>
        <a:p>
          <a:endParaRPr lang="en-US"/>
        </a:p>
      </dgm:t>
    </dgm:pt>
    <dgm:pt modelId="{9512C5AB-591B-49B7-B669-2D4AF343A2B8}" type="sibTrans" cxnId="{13842846-FDE1-4140-B20E-AB2BDAA50F15}">
      <dgm:prSet/>
      <dgm:spPr/>
      <dgm:t>
        <a:bodyPr/>
        <a:lstStyle/>
        <a:p>
          <a:endParaRPr lang="en-US"/>
        </a:p>
      </dgm:t>
    </dgm:pt>
    <dgm:pt modelId="{BDE18000-6717-46EB-805C-F11AFE40654C}">
      <dgm:prSet/>
      <dgm:spPr/>
      <dgm:t>
        <a:bodyPr/>
        <a:lstStyle/>
        <a:p>
          <a:pPr>
            <a:lnSpc>
              <a:spcPct val="100000"/>
            </a:lnSpc>
            <a:defRPr cap="all"/>
          </a:pPr>
          <a:r>
            <a:rPr lang="en-ZA"/>
            <a:t>Objectives</a:t>
          </a:r>
          <a:endParaRPr lang="en-US"/>
        </a:p>
      </dgm:t>
    </dgm:pt>
    <dgm:pt modelId="{F7CFCE17-AC3E-4496-AC14-B5F4AD7CD3D3}" type="parTrans" cxnId="{07392D4C-830F-45AD-88EE-5EC17BB21873}">
      <dgm:prSet/>
      <dgm:spPr/>
      <dgm:t>
        <a:bodyPr/>
        <a:lstStyle/>
        <a:p>
          <a:endParaRPr lang="en-US"/>
        </a:p>
      </dgm:t>
    </dgm:pt>
    <dgm:pt modelId="{7885FAE0-C3A8-4530-BE87-83CAB12E800B}" type="sibTrans" cxnId="{07392D4C-830F-45AD-88EE-5EC17BB21873}">
      <dgm:prSet/>
      <dgm:spPr/>
      <dgm:t>
        <a:bodyPr/>
        <a:lstStyle/>
        <a:p>
          <a:endParaRPr lang="en-US"/>
        </a:p>
      </dgm:t>
    </dgm:pt>
    <dgm:pt modelId="{A65491A0-5B18-49B3-B373-7D9EDC3D5587}">
      <dgm:prSet/>
      <dgm:spPr/>
      <dgm:t>
        <a:bodyPr/>
        <a:lstStyle/>
        <a:p>
          <a:pPr>
            <a:lnSpc>
              <a:spcPct val="100000"/>
            </a:lnSpc>
            <a:defRPr cap="all"/>
          </a:pPr>
          <a:r>
            <a:rPr lang="en-ZA"/>
            <a:t>Scope of Work</a:t>
          </a:r>
          <a:endParaRPr lang="en-US"/>
        </a:p>
      </dgm:t>
    </dgm:pt>
    <dgm:pt modelId="{6BD6455D-7974-401E-B5C8-735A9F95FFBC}" type="parTrans" cxnId="{DD16BFF2-A5DB-4DFA-9B3C-6BEE532A0C9D}">
      <dgm:prSet/>
      <dgm:spPr/>
      <dgm:t>
        <a:bodyPr/>
        <a:lstStyle/>
        <a:p>
          <a:endParaRPr lang="en-US"/>
        </a:p>
      </dgm:t>
    </dgm:pt>
    <dgm:pt modelId="{40FAE0EE-1053-4C66-B190-230A54E9311F}" type="sibTrans" cxnId="{DD16BFF2-A5DB-4DFA-9B3C-6BEE532A0C9D}">
      <dgm:prSet/>
      <dgm:spPr/>
      <dgm:t>
        <a:bodyPr/>
        <a:lstStyle/>
        <a:p>
          <a:endParaRPr lang="en-US"/>
        </a:p>
      </dgm:t>
    </dgm:pt>
    <dgm:pt modelId="{3063F0D0-BF1B-489A-B96A-8C46E3521B7B}">
      <dgm:prSet/>
      <dgm:spPr/>
      <dgm:t>
        <a:bodyPr/>
        <a:lstStyle/>
        <a:p>
          <a:pPr>
            <a:lnSpc>
              <a:spcPct val="100000"/>
            </a:lnSpc>
            <a:defRPr cap="all"/>
          </a:pPr>
          <a:r>
            <a:rPr lang="en-ZA"/>
            <a:t>Project Timeline </a:t>
          </a:r>
          <a:endParaRPr lang="en-US"/>
        </a:p>
      </dgm:t>
    </dgm:pt>
    <dgm:pt modelId="{8D0FDBBA-061C-41CF-BD99-410A71D03A11}" type="parTrans" cxnId="{B3CD8E77-88B1-4179-96BF-4364800EFFAC}">
      <dgm:prSet/>
      <dgm:spPr/>
      <dgm:t>
        <a:bodyPr/>
        <a:lstStyle/>
        <a:p>
          <a:endParaRPr lang="en-US"/>
        </a:p>
      </dgm:t>
    </dgm:pt>
    <dgm:pt modelId="{665CC75A-3DBC-404C-9472-47CF3FD1D914}" type="sibTrans" cxnId="{B3CD8E77-88B1-4179-96BF-4364800EFFAC}">
      <dgm:prSet/>
      <dgm:spPr/>
      <dgm:t>
        <a:bodyPr/>
        <a:lstStyle/>
        <a:p>
          <a:endParaRPr lang="en-US"/>
        </a:p>
      </dgm:t>
    </dgm:pt>
    <dgm:pt modelId="{D23B69DE-282E-44AF-ACE7-6A6D65D1C406}">
      <dgm:prSet/>
      <dgm:spPr/>
      <dgm:t>
        <a:bodyPr/>
        <a:lstStyle/>
        <a:p>
          <a:pPr>
            <a:lnSpc>
              <a:spcPct val="100000"/>
            </a:lnSpc>
            <a:defRPr cap="all"/>
          </a:pPr>
          <a:r>
            <a:rPr lang="en-ZA"/>
            <a:t>Budget Estimate</a:t>
          </a:r>
          <a:endParaRPr lang="en-US"/>
        </a:p>
      </dgm:t>
    </dgm:pt>
    <dgm:pt modelId="{3D8012D1-A376-484A-A0B4-E75D5437F293}" type="parTrans" cxnId="{4419D639-7F45-473F-84DC-55D7568F2190}">
      <dgm:prSet/>
      <dgm:spPr/>
      <dgm:t>
        <a:bodyPr/>
        <a:lstStyle/>
        <a:p>
          <a:endParaRPr lang="en-US"/>
        </a:p>
      </dgm:t>
    </dgm:pt>
    <dgm:pt modelId="{F22D2E09-85FC-4F63-83D0-C9D85B1BCB98}" type="sibTrans" cxnId="{4419D639-7F45-473F-84DC-55D7568F2190}">
      <dgm:prSet/>
      <dgm:spPr/>
      <dgm:t>
        <a:bodyPr/>
        <a:lstStyle/>
        <a:p>
          <a:endParaRPr lang="en-US"/>
        </a:p>
      </dgm:t>
    </dgm:pt>
    <dgm:pt modelId="{9A980677-1217-4287-BA2D-C372D8B71619}">
      <dgm:prSet/>
      <dgm:spPr/>
      <dgm:t>
        <a:bodyPr/>
        <a:lstStyle/>
        <a:p>
          <a:pPr>
            <a:lnSpc>
              <a:spcPct val="100000"/>
            </a:lnSpc>
            <a:defRPr cap="all"/>
          </a:pPr>
          <a:r>
            <a:rPr lang="en-ZA"/>
            <a:t>Team Overview</a:t>
          </a:r>
          <a:endParaRPr lang="en-US"/>
        </a:p>
      </dgm:t>
    </dgm:pt>
    <dgm:pt modelId="{0185A048-6336-44F3-94BD-E1ED6978DE68}" type="parTrans" cxnId="{53406CDC-9938-4CDE-9243-7C3CF712B44D}">
      <dgm:prSet/>
      <dgm:spPr/>
      <dgm:t>
        <a:bodyPr/>
        <a:lstStyle/>
        <a:p>
          <a:endParaRPr lang="en-US"/>
        </a:p>
      </dgm:t>
    </dgm:pt>
    <dgm:pt modelId="{727DE4CC-6A38-4C9D-9E6D-EF6A3590636B}" type="sibTrans" cxnId="{53406CDC-9938-4CDE-9243-7C3CF712B44D}">
      <dgm:prSet/>
      <dgm:spPr/>
      <dgm:t>
        <a:bodyPr/>
        <a:lstStyle/>
        <a:p>
          <a:endParaRPr lang="en-US"/>
        </a:p>
      </dgm:t>
    </dgm:pt>
    <dgm:pt modelId="{114EF320-318A-494D-918E-C9BC44B6E88A}">
      <dgm:prSet/>
      <dgm:spPr/>
      <dgm:t>
        <a:bodyPr/>
        <a:lstStyle/>
        <a:p>
          <a:pPr>
            <a:lnSpc>
              <a:spcPct val="100000"/>
            </a:lnSpc>
            <a:defRPr cap="all"/>
          </a:pPr>
          <a:r>
            <a:rPr lang="en-ZA"/>
            <a:t>Terms and Conditions </a:t>
          </a:r>
          <a:endParaRPr lang="en-US"/>
        </a:p>
      </dgm:t>
    </dgm:pt>
    <dgm:pt modelId="{1D4419CA-CFE9-4C92-8ECB-D846B8B827BD}" type="parTrans" cxnId="{7BE1B273-0527-49B3-AFE6-37B6470D40D8}">
      <dgm:prSet/>
      <dgm:spPr/>
      <dgm:t>
        <a:bodyPr/>
        <a:lstStyle/>
        <a:p>
          <a:endParaRPr lang="en-US"/>
        </a:p>
      </dgm:t>
    </dgm:pt>
    <dgm:pt modelId="{1048C8C5-2B3B-4667-B1E7-88BDDD7B5BDD}" type="sibTrans" cxnId="{7BE1B273-0527-49B3-AFE6-37B6470D40D8}">
      <dgm:prSet/>
      <dgm:spPr/>
      <dgm:t>
        <a:bodyPr/>
        <a:lstStyle/>
        <a:p>
          <a:endParaRPr lang="en-US"/>
        </a:p>
      </dgm:t>
    </dgm:pt>
    <dgm:pt modelId="{EB100151-9DDA-40D8-AB2F-CD07B657D1DF}">
      <dgm:prSet/>
      <dgm:spPr/>
      <dgm:t>
        <a:bodyPr/>
        <a:lstStyle/>
        <a:p>
          <a:pPr>
            <a:lnSpc>
              <a:spcPct val="100000"/>
            </a:lnSpc>
            <a:defRPr cap="all"/>
          </a:pPr>
          <a:r>
            <a:rPr lang="en-ZA"/>
            <a:t>Conclusion </a:t>
          </a:r>
          <a:endParaRPr lang="en-US"/>
        </a:p>
      </dgm:t>
    </dgm:pt>
    <dgm:pt modelId="{7F4DE089-2C17-47F6-8E24-438AE39D16AD}" type="parTrans" cxnId="{5B9357F1-DE75-48DA-8EB4-0B6CF851C5AC}">
      <dgm:prSet/>
      <dgm:spPr/>
      <dgm:t>
        <a:bodyPr/>
        <a:lstStyle/>
        <a:p>
          <a:endParaRPr lang="en-US"/>
        </a:p>
      </dgm:t>
    </dgm:pt>
    <dgm:pt modelId="{03B29B20-5DA9-4224-BA1C-960A8A77E301}" type="sibTrans" cxnId="{5B9357F1-DE75-48DA-8EB4-0B6CF851C5AC}">
      <dgm:prSet/>
      <dgm:spPr/>
      <dgm:t>
        <a:bodyPr/>
        <a:lstStyle/>
        <a:p>
          <a:endParaRPr lang="en-US"/>
        </a:p>
      </dgm:t>
    </dgm:pt>
    <dgm:pt modelId="{DB3C27B1-4CD0-4C97-8E86-1DD1E7F80CFE}" type="pres">
      <dgm:prSet presAssocID="{8A96D8C6-D054-4513-A24B-ED10FA668D69}" presName="root" presStyleCnt="0">
        <dgm:presLayoutVars>
          <dgm:dir/>
          <dgm:resizeHandles val="exact"/>
        </dgm:presLayoutVars>
      </dgm:prSet>
      <dgm:spPr/>
    </dgm:pt>
    <dgm:pt modelId="{FB38AE6C-F1C9-43A7-B23D-79193F40D589}" type="pres">
      <dgm:prSet presAssocID="{05078B8D-66A5-45B3-9071-C65B9A246F43}" presName="compNode" presStyleCnt="0"/>
      <dgm:spPr/>
    </dgm:pt>
    <dgm:pt modelId="{693FC4F0-8BDE-4380-9492-7A59585A930D}" type="pres">
      <dgm:prSet presAssocID="{05078B8D-66A5-45B3-9071-C65B9A246F43}" presName="iconBgRect" presStyleLbl="bgShp" presStyleIdx="0" presStyleCnt="8"/>
      <dgm:spPr/>
    </dgm:pt>
    <dgm:pt modelId="{7F2AFF2C-FBE9-4E38-B687-4E2B5EEB0E87}" type="pres">
      <dgm:prSet presAssocID="{05078B8D-66A5-45B3-9071-C65B9A246F43}" presName="iconRect" presStyleLbl="node1" presStyleIdx="0" presStyleCnt="8"/>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Upward trend"/>
        </a:ext>
      </dgm:extLst>
    </dgm:pt>
    <dgm:pt modelId="{041ADE21-AD59-41F0-ADC7-F88CEB0517B8}" type="pres">
      <dgm:prSet presAssocID="{05078B8D-66A5-45B3-9071-C65B9A246F43}" presName="spaceRect" presStyleCnt="0"/>
      <dgm:spPr/>
    </dgm:pt>
    <dgm:pt modelId="{1403BFB0-9186-441E-B733-77F475D4E07B}" type="pres">
      <dgm:prSet presAssocID="{05078B8D-66A5-45B3-9071-C65B9A246F43}" presName="textRect" presStyleLbl="revTx" presStyleIdx="0" presStyleCnt="8">
        <dgm:presLayoutVars>
          <dgm:chMax val="1"/>
          <dgm:chPref val="1"/>
        </dgm:presLayoutVars>
      </dgm:prSet>
      <dgm:spPr/>
    </dgm:pt>
    <dgm:pt modelId="{B27A8C00-80B3-4D53-9CE7-B0F7FB88EDC0}" type="pres">
      <dgm:prSet presAssocID="{9512C5AB-591B-49B7-B669-2D4AF343A2B8}" presName="sibTrans" presStyleCnt="0"/>
      <dgm:spPr/>
    </dgm:pt>
    <dgm:pt modelId="{28634D94-93F2-4E9B-9213-5FAF709DBD03}" type="pres">
      <dgm:prSet presAssocID="{BDE18000-6717-46EB-805C-F11AFE40654C}" presName="compNode" presStyleCnt="0"/>
      <dgm:spPr/>
    </dgm:pt>
    <dgm:pt modelId="{6303EFD6-A52C-4C5F-BCCA-5D7C5C4D46D5}" type="pres">
      <dgm:prSet presAssocID="{BDE18000-6717-46EB-805C-F11AFE40654C}" presName="iconBgRect" presStyleLbl="bgShp" presStyleIdx="1" presStyleCnt="8"/>
      <dgm:spPr/>
    </dgm:pt>
    <dgm:pt modelId="{BE1B49A0-EAF6-450F-88C9-72575D9CDF48}" type="pres">
      <dgm:prSet presAssocID="{BDE18000-6717-46EB-805C-F11AFE40654C}" presName="iconRect" presStyleLbl="node1" presStyleIdx="1" presStyleCnt="8"/>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Presentation with Checklist"/>
        </a:ext>
      </dgm:extLst>
    </dgm:pt>
    <dgm:pt modelId="{7390F489-B02E-4DD0-BCC7-6F392384583F}" type="pres">
      <dgm:prSet presAssocID="{BDE18000-6717-46EB-805C-F11AFE40654C}" presName="spaceRect" presStyleCnt="0"/>
      <dgm:spPr/>
    </dgm:pt>
    <dgm:pt modelId="{303C1613-6519-4254-819C-221E5E72D7D6}" type="pres">
      <dgm:prSet presAssocID="{BDE18000-6717-46EB-805C-F11AFE40654C}" presName="textRect" presStyleLbl="revTx" presStyleIdx="1" presStyleCnt="8">
        <dgm:presLayoutVars>
          <dgm:chMax val="1"/>
          <dgm:chPref val="1"/>
        </dgm:presLayoutVars>
      </dgm:prSet>
      <dgm:spPr/>
    </dgm:pt>
    <dgm:pt modelId="{BB8545A2-AE88-46F7-87F1-78587F55BE50}" type="pres">
      <dgm:prSet presAssocID="{7885FAE0-C3A8-4530-BE87-83CAB12E800B}" presName="sibTrans" presStyleCnt="0"/>
      <dgm:spPr/>
    </dgm:pt>
    <dgm:pt modelId="{5C22AE2E-FF06-4285-BB3A-EAD1FB7EE101}" type="pres">
      <dgm:prSet presAssocID="{A65491A0-5B18-49B3-B373-7D9EDC3D5587}" presName="compNode" presStyleCnt="0"/>
      <dgm:spPr/>
    </dgm:pt>
    <dgm:pt modelId="{9129E77B-EB79-408E-8913-6823A1A6463E}" type="pres">
      <dgm:prSet presAssocID="{A65491A0-5B18-49B3-B373-7D9EDC3D5587}" presName="iconBgRect" presStyleLbl="bgShp" presStyleIdx="2" presStyleCnt="8"/>
      <dgm:spPr/>
    </dgm:pt>
    <dgm:pt modelId="{A46122A3-A648-41CE-A6F1-D910DE1AA03E}" type="pres">
      <dgm:prSet presAssocID="{A65491A0-5B18-49B3-B373-7D9EDC3D5587}" presName="iconRect" presStyleLbl="node1" presStyleIdx="2" presStyleCnt="8"/>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Check List"/>
        </a:ext>
      </dgm:extLst>
    </dgm:pt>
    <dgm:pt modelId="{3F8A3D84-8B83-4282-8E5F-D0EF0DC77C07}" type="pres">
      <dgm:prSet presAssocID="{A65491A0-5B18-49B3-B373-7D9EDC3D5587}" presName="spaceRect" presStyleCnt="0"/>
      <dgm:spPr/>
    </dgm:pt>
    <dgm:pt modelId="{13888DD1-B2C5-4DE8-B59B-78267F896AC7}" type="pres">
      <dgm:prSet presAssocID="{A65491A0-5B18-49B3-B373-7D9EDC3D5587}" presName="textRect" presStyleLbl="revTx" presStyleIdx="2" presStyleCnt="8">
        <dgm:presLayoutVars>
          <dgm:chMax val="1"/>
          <dgm:chPref val="1"/>
        </dgm:presLayoutVars>
      </dgm:prSet>
      <dgm:spPr/>
    </dgm:pt>
    <dgm:pt modelId="{E8A2D622-A770-4D20-8A2D-6C5136626443}" type="pres">
      <dgm:prSet presAssocID="{40FAE0EE-1053-4C66-B190-230A54E9311F}" presName="sibTrans" presStyleCnt="0"/>
      <dgm:spPr/>
    </dgm:pt>
    <dgm:pt modelId="{17B00974-0A8A-44A9-9239-F03C58359C31}" type="pres">
      <dgm:prSet presAssocID="{3063F0D0-BF1B-489A-B96A-8C46E3521B7B}" presName="compNode" presStyleCnt="0"/>
      <dgm:spPr/>
    </dgm:pt>
    <dgm:pt modelId="{B722EFED-EA59-493D-89D9-10002922CEE7}" type="pres">
      <dgm:prSet presAssocID="{3063F0D0-BF1B-489A-B96A-8C46E3521B7B}" presName="iconBgRect" presStyleLbl="bgShp" presStyleIdx="3" presStyleCnt="8"/>
      <dgm:spPr/>
    </dgm:pt>
    <dgm:pt modelId="{EA5CE861-0520-425D-872D-E057B1237801}" type="pres">
      <dgm:prSet presAssocID="{3063F0D0-BF1B-489A-B96A-8C46E3521B7B}" presName="iconRect" presStyleLbl="node1" presStyleIdx="3" presStyleCnt="8"/>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heckmark"/>
        </a:ext>
      </dgm:extLst>
    </dgm:pt>
    <dgm:pt modelId="{CA609F8E-C475-4146-A38A-8F780F9CA9BA}" type="pres">
      <dgm:prSet presAssocID="{3063F0D0-BF1B-489A-B96A-8C46E3521B7B}" presName="spaceRect" presStyleCnt="0"/>
      <dgm:spPr/>
    </dgm:pt>
    <dgm:pt modelId="{4B6FA92F-1F40-41B2-9D3E-1E87F03D4AE6}" type="pres">
      <dgm:prSet presAssocID="{3063F0D0-BF1B-489A-B96A-8C46E3521B7B}" presName="textRect" presStyleLbl="revTx" presStyleIdx="3" presStyleCnt="8">
        <dgm:presLayoutVars>
          <dgm:chMax val="1"/>
          <dgm:chPref val="1"/>
        </dgm:presLayoutVars>
      </dgm:prSet>
      <dgm:spPr/>
    </dgm:pt>
    <dgm:pt modelId="{11632829-3363-4A73-9F04-E40585237EE1}" type="pres">
      <dgm:prSet presAssocID="{665CC75A-3DBC-404C-9472-47CF3FD1D914}" presName="sibTrans" presStyleCnt="0"/>
      <dgm:spPr/>
    </dgm:pt>
    <dgm:pt modelId="{274F1ED2-808A-4F6E-9713-A6F0F7924E91}" type="pres">
      <dgm:prSet presAssocID="{D23B69DE-282E-44AF-ACE7-6A6D65D1C406}" presName="compNode" presStyleCnt="0"/>
      <dgm:spPr/>
    </dgm:pt>
    <dgm:pt modelId="{38B4A3CB-8EC0-4493-80D0-7428ED039116}" type="pres">
      <dgm:prSet presAssocID="{D23B69DE-282E-44AF-ACE7-6A6D65D1C406}" presName="iconBgRect" presStyleLbl="bgShp" presStyleIdx="4" presStyleCnt="8"/>
      <dgm:spPr/>
    </dgm:pt>
    <dgm:pt modelId="{9EF570F9-D7B2-4332-BB36-8442454D0E71}" type="pres">
      <dgm:prSet presAssocID="{D23B69DE-282E-44AF-ACE7-6A6D65D1C406}" presName="iconRect" presStyleLbl="node1" presStyleIdx="4" presStyleCnt="8"/>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Calculator"/>
        </a:ext>
      </dgm:extLst>
    </dgm:pt>
    <dgm:pt modelId="{C33756B7-5E60-4543-959A-45AF90005F2C}" type="pres">
      <dgm:prSet presAssocID="{D23B69DE-282E-44AF-ACE7-6A6D65D1C406}" presName="spaceRect" presStyleCnt="0"/>
      <dgm:spPr/>
    </dgm:pt>
    <dgm:pt modelId="{FC3AB760-1F3C-48DA-9EB6-2C36A968B048}" type="pres">
      <dgm:prSet presAssocID="{D23B69DE-282E-44AF-ACE7-6A6D65D1C406}" presName="textRect" presStyleLbl="revTx" presStyleIdx="4" presStyleCnt="8">
        <dgm:presLayoutVars>
          <dgm:chMax val="1"/>
          <dgm:chPref val="1"/>
        </dgm:presLayoutVars>
      </dgm:prSet>
      <dgm:spPr/>
    </dgm:pt>
    <dgm:pt modelId="{79D41D74-6C31-4618-84F7-B12201DF4B83}" type="pres">
      <dgm:prSet presAssocID="{F22D2E09-85FC-4F63-83D0-C9D85B1BCB98}" presName="sibTrans" presStyleCnt="0"/>
      <dgm:spPr/>
    </dgm:pt>
    <dgm:pt modelId="{65F128B0-83B7-46FA-9245-CB33B88F7BAC}" type="pres">
      <dgm:prSet presAssocID="{9A980677-1217-4287-BA2D-C372D8B71619}" presName="compNode" presStyleCnt="0"/>
      <dgm:spPr/>
    </dgm:pt>
    <dgm:pt modelId="{9A95BBF9-26F8-4136-95CE-BB35AFA0DECA}" type="pres">
      <dgm:prSet presAssocID="{9A980677-1217-4287-BA2D-C372D8B71619}" presName="iconBgRect" presStyleLbl="bgShp" presStyleIdx="5" presStyleCnt="8"/>
      <dgm:spPr/>
    </dgm:pt>
    <dgm:pt modelId="{9435EBE3-9C8A-4960-8465-2413D2A277CA}" type="pres">
      <dgm:prSet presAssocID="{9A980677-1217-4287-BA2D-C372D8B71619}" presName="iconRect" presStyleLbl="node1" presStyleIdx="5" presStyleCnt="8"/>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Users"/>
        </a:ext>
      </dgm:extLst>
    </dgm:pt>
    <dgm:pt modelId="{75DC259F-2107-4CDD-A48E-359960395861}" type="pres">
      <dgm:prSet presAssocID="{9A980677-1217-4287-BA2D-C372D8B71619}" presName="spaceRect" presStyleCnt="0"/>
      <dgm:spPr/>
    </dgm:pt>
    <dgm:pt modelId="{1ECA9EF5-6B25-4787-BD26-F74B60D27BEA}" type="pres">
      <dgm:prSet presAssocID="{9A980677-1217-4287-BA2D-C372D8B71619}" presName="textRect" presStyleLbl="revTx" presStyleIdx="5" presStyleCnt="8">
        <dgm:presLayoutVars>
          <dgm:chMax val="1"/>
          <dgm:chPref val="1"/>
        </dgm:presLayoutVars>
      </dgm:prSet>
      <dgm:spPr/>
    </dgm:pt>
    <dgm:pt modelId="{1081AA22-5B2B-4746-AB2C-7D1FEEEE55AB}" type="pres">
      <dgm:prSet presAssocID="{727DE4CC-6A38-4C9D-9E6D-EF6A3590636B}" presName="sibTrans" presStyleCnt="0"/>
      <dgm:spPr/>
    </dgm:pt>
    <dgm:pt modelId="{2498E758-0C95-4B0E-809F-9239D74256C4}" type="pres">
      <dgm:prSet presAssocID="{114EF320-318A-494D-918E-C9BC44B6E88A}" presName="compNode" presStyleCnt="0"/>
      <dgm:spPr/>
    </dgm:pt>
    <dgm:pt modelId="{13180573-2A40-430A-BA07-F7DA242B1CFB}" type="pres">
      <dgm:prSet presAssocID="{114EF320-318A-494D-918E-C9BC44B6E88A}" presName="iconBgRect" presStyleLbl="bgShp" presStyleIdx="6" presStyleCnt="8"/>
      <dgm:spPr/>
    </dgm:pt>
    <dgm:pt modelId="{2F670776-D138-4190-83E9-0DC251D1D630}" type="pres">
      <dgm:prSet presAssocID="{114EF320-318A-494D-918E-C9BC44B6E88A}" presName="iconRect" presStyleLbl="node1" presStyleIdx="6" presStyleCnt="8"/>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dgm:spPr>
      <dgm:extLst>
        <a:ext uri="{E40237B7-FDA0-4F09-8148-C483321AD2D9}">
          <dgm14:cNvPr xmlns:dgm14="http://schemas.microsoft.com/office/drawing/2010/diagram" id="0" name="" descr="Document"/>
        </a:ext>
      </dgm:extLst>
    </dgm:pt>
    <dgm:pt modelId="{E02FEBDF-5903-4AEF-BCE6-4A947A26E78F}" type="pres">
      <dgm:prSet presAssocID="{114EF320-318A-494D-918E-C9BC44B6E88A}" presName="spaceRect" presStyleCnt="0"/>
      <dgm:spPr/>
    </dgm:pt>
    <dgm:pt modelId="{A79A116C-F8E8-448D-AB3D-D3C3C8348384}" type="pres">
      <dgm:prSet presAssocID="{114EF320-318A-494D-918E-C9BC44B6E88A}" presName="textRect" presStyleLbl="revTx" presStyleIdx="6" presStyleCnt="8">
        <dgm:presLayoutVars>
          <dgm:chMax val="1"/>
          <dgm:chPref val="1"/>
        </dgm:presLayoutVars>
      </dgm:prSet>
      <dgm:spPr/>
    </dgm:pt>
    <dgm:pt modelId="{D094773B-2A69-4FF1-982C-27F3F31F3FE7}" type="pres">
      <dgm:prSet presAssocID="{1048C8C5-2B3B-4667-B1E7-88BDDD7B5BDD}" presName="sibTrans" presStyleCnt="0"/>
      <dgm:spPr/>
    </dgm:pt>
    <dgm:pt modelId="{9B0F2E0F-A114-4E51-8000-B4AEE10914B5}" type="pres">
      <dgm:prSet presAssocID="{EB100151-9DDA-40D8-AB2F-CD07B657D1DF}" presName="compNode" presStyleCnt="0"/>
      <dgm:spPr/>
    </dgm:pt>
    <dgm:pt modelId="{3164D8C6-665A-49ED-B83A-C611BAAE9F1B}" type="pres">
      <dgm:prSet presAssocID="{EB100151-9DDA-40D8-AB2F-CD07B657D1DF}" presName="iconBgRect" presStyleLbl="bgShp" presStyleIdx="7" presStyleCnt="8"/>
      <dgm:spPr/>
    </dgm:pt>
    <dgm:pt modelId="{8E8221C5-DAAB-4D8D-B47E-EA86A4F27749}" type="pres">
      <dgm:prSet presAssocID="{EB100151-9DDA-40D8-AB2F-CD07B657D1DF}" presName="iconRect" presStyleLbl="node1" presStyleIdx="7" presStyleCnt="8"/>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Gavel"/>
        </a:ext>
      </dgm:extLst>
    </dgm:pt>
    <dgm:pt modelId="{634579AD-0C7E-4E9D-AE2B-DB002AF06EEF}" type="pres">
      <dgm:prSet presAssocID="{EB100151-9DDA-40D8-AB2F-CD07B657D1DF}" presName="spaceRect" presStyleCnt="0"/>
      <dgm:spPr/>
    </dgm:pt>
    <dgm:pt modelId="{AA360BC0-8A78-4C32-9ED9-84ACDB3EA6C4}" type="pres">
      <dgm:prSet presAssocID="{EB100151-9DDA-40D8-AB2F-CD07B657D1DF}" presName="textRect" presStyleLbl="revTx" presStyleIdx="7" presStyleCnt="8">
        <dgm:presLayoutVars>
          <dgm:chMax val="1"/>
          <dgm:chPref val="1"/>
        </dgm:presLayoutVars>
      </dgm:prSet>
      <dgm:spPr/>
    </dgm:pt>
  </dgm:ptLst>
  <dgm:cxnLst>
    <dgm:cxn modelId="{451A9831-AFFC-4FDD-B7ED-07CF778A3E04}" type="presOf" srcId="{9A980677-1217-4287-BA2D-C372D8B71619}" destId="{1ECA9EF5-6B25-4787-BD26-F74B60D27BEA}" srcOrd="0" destOrd="0" presId="urn:microsoft.com/office/officeart/2018/5/layout/IconCircleLabelList"/>
    <dgm:cxn modelId="{18939F33-C42C-4896-8A9D-8EDF7F6B9794}" type="presOf" srcId="{05078B8D-66A5-45B3-9071-C65B9A246F43}" destId="{1403BFB0-9186-441E-B733-77F475D4E07B}" srcOrd="0" destOrd="0" presId="urn:microsoft.com/office/officeart/2018/5/layout/IconCircleLabelList"/>
    <dgm:cxn modelId="{4419D639-7F45-473F-84DC-55D7568F2190}" srcId="{8A96D8C6-D054-4513-A24B-ED10FA668D69}" destId="{D23B69DE-282E-44AF-ACE7-6A6D65D1C406}" srcOrd="4" destOrd="0" parTransId="{3D8012D1-A376-484A-A0B4-E75D5437F293}" sibTransId="{F22D2E09-85FC-4F63-83D0-C9D85B1BCB98}"/>
    <dgm:cxn modelId="{13842846-FDE1-4140-B20E-AB2BDAA50F15}" srcId="{8A96D8C6-D054-4513-A24B-ED10FA668D69}" destId="{05078B8D-66A5-45B3-9071-C65B9A246F43}" srcOrd="0" destOrd="0" parTransId="{4B5CFC5B-5C2D-4AAF-B769-BFBC39E7B973}" sibTransId="{9512C5AB-591B-49B7-B669-2D4AF343A2B8}"/>
    <dgm:cxn modelId="{07392D4C-830F-45AD-88EE-5EC17BB21873}" srcId="{8A96D8C6-D054-4513-A24B-ED10FA668D69}" destId="{BDE18000-6717-46EB-805C-F11AFE40654C}" srcOrd="1" destOrd="0" parTransId="{F7CFCE17-AC3E-4496-AC14-B5F4AD7CD3D3}" sibTransId="{7885FAE0-C3A8-4530-BE87-83CAB12E800B}"/>
    <dgm:cxn modelId="{6C68726E-0187-4025-8EDB-A42FD7AEE14B}" type="presOf" srcId="{BDE18000-6717-46EB-805C-F11AFE40654C}" destId="{303C1613-6519-4254-819C-221E5E72D7D6}" srcOrd="0" destOrd="0" presId="urn:microsoft.com/office/officeart/2018/5/layout/IconCircleLabelList"/>
    <dgm:cxn modelId="{EAB89373-B72A-46ED-8955-4BA0FFBB24FA}" type="presOf" srcId="{3063F0D0-BF1B-489A-B96A-8C46E3521B7B}" destId="{4B6FA92F-1F40-41B2-9D3E-1E87F03D4AE6}" srcOrd="0" destOrd="0" presId="urn:microsoft.com/office/officeart/2018/5/layout/IconCircleLabelList"/>
    <dgm:cxn modelId="{7BE1B273-0527-49B3-AFE6-37B6470D40D8}" srcId="{8A96D8C6-D054-4513-A24B-ED10FA668D69}" destId="{114EF320-318A-494D-918E-C9BC44B6E88A}" srcOrd="6" destOrd="0" parTransId="{1D4419CA-CFE9-4C92-8ECB-D846B8B827BD}" sibTransId="{1048C8C5-2B3B-4667-B1E7-88BDDD7B5BDD}"/>
    <dgm:cxn modelId="{B3CD8E77-88B1-4179-96BF-4364800EFFAC}" srcId="{8A96D8C6-D054-4513-A24B-ED10FA668D69}" destId="{3063F0D0-BF1B-489A-B96A-8C46E3521B7B}" srcOrd="3" destOrd="0" parTransId="{8D0FDBBA-061C-41CF-BD99-410A71D03A11}" sibTransId="{665CC75A-3DBC-404C-9472-47CF3FD1D914}"/>
    <dgm:cxn modelId="{A0AEFA86-69A7-43E3-AAE9-60CEF3ABF3B3}" type="presOf" srcId="{8A96D8C6-D054-4513-A24B-ED10FA668D69}" destId="{DB3C27B1-4CD0-4C97-8E86-1DD1E7F80CFE}" srcOrd="0" destOrd="0" presId="urn:microsoft.com/office/officeart/2018/5/layout/IconCircleLabelList"/>
    <dgm:cxn modelId="{2654759C-D030-43D5-957C-A49F83AF4758}" type="presOf" srcId="{A65491A0-5B18-49B3-B373-7D9EDC3D5587}" destId="{13888DD1-B2C5-4DE8-B59B-78267F896AC7}" srcOrd="0" destOrd="0" presId="urn:microsoft.com/office/officeart/2018/5/layout/IconCircleLabelList"/>
    <dgm:cxn modelId="{4BEF31A5-78F6-4282-AA0D-C98E2A0D6416}" type="presOf" srcId="{114EF320-318A-494D-918E-C9BC44B6E88A}" destId="{A79A116C-F8E8-448D-AB3D-D3C3C8348384}" srcOrd="0" destOrd="0" presId="urn:microsoft.com/office/officeart/2018/5/layout/IconCircleLabelList"/>
    <dgm:cxn modelId="{A829FBA6-92D2-421F-AA2C-30ACDEB073E0}" type="presOf" srcId="{EB100151-9DDA-40D8-AB2F-CD07B657D1DF}" destId="{AA360BC0-8A78-4C32-9ED9-84ACDB3EA6C4}" srcOrd="0" destOrd="0" presId="urn:microsoft.com/office/officeart/2018/5/layout/IconCircleLabelList"/>
    <dgm:cxn modelId="{579BEBBD-44E7-4355-BAA7-EB9AC37360F4}" type="presOf" srcId="{D23B69DE-282E-44AF-ACE7-6A6D65D1C406}" destId="{FC3AB760-1F3C-48DA-9EB6-2C36A968B048}" srcOrd="0" destOrd="0" presId="urn:microsoft.com/office/officeart/2018/5/layout/IconCircleLabelList"/>
    <dgm:cxn modelId="{53406CDC-9938-4CDE-9243-7C3CF712B44D}" srcId="{8A96D8C6-D054-4513-A24B-ED10FA668D69}" destId="{9A980677-1217-4287-BA2D-C372D8B71619}" srcOrd="5" destOrd="0" parTransId="{0185A048-6336-44F3-94BD-E1ED6978DE68}" sibTransId="{727DE4CC-6A38-4C9D-9E6D-EF6A3590636B}"/>
    <dgm:cxn modelId="{5B9357F1-DE75-48DA-8EB4-0B6CF851C5AC}" srcId="{8A96D8C6-D054-4513-A24B-ED10FA668D69}" destId="{EB100151-9DDA-40D8-AB2F-CD07B657D1DF}" srcOrd="7" destOrd="0" parTransId="{7F4DE089-2C17-47F6-8E24-438AE39D16AD}" sibTransId="{03B29B20-5DA9-4224-BA1C-960A8A77E301}"/>
    <dgm:cxn modelId="{DD16BFF2-A5DB-4DFA-9B3C-6BEE532A0C9D}" srcId="{8A96D8C6-D054-4513-A24B-ED10FA668D69}" destId="{A65491A0-5B18-49B3-B373-7D9EDC3D5587}" srcOrd="2" destOrd="0" parTransId="{6BD6455D-7974-401E-B5C8-735A9F95FFBC}" sibTransId="{40FAE0EE-1053-4C66-B190-230A54E9311F}"/>
    <dgm:cxn modelId="{E688024C-078E-4683-958F-B094F684D05B}" type="presParOf" srcId="{DB3C27B1-4CD0-4C97-8E86-1DD1E7F80CFE}" destId="{FB38AE6C-F1C9-43A7-B23D-79193F40D589}" srcOrd="0" destOrd="0" presId="urn:microsoft.com/office/officeart/2018/5/layout/IconCircleLabelList"/>
    <dgm:cxn modelId="{849EA0E5-F286-42EB-93EF-51556FED878D}" type="presParOf" srcId="{FB38AE6C-F1C9-43A7-B23D-79193F40D589}" destId="{693FC4F0-8BDE-4380-9492-7A59585A930D}" srcOrd="0" destOrd="0" presId="urn:microsoft.com/office/officeart/2018/5/layout/IconCircleLabelList"/>
    <dgm:cxn modelId="{7C112D05-E28A-4AD6-85DB-458A7AFD935B}" type="presParOf" srcId="{FB38AE6C-F1C9-43A7-B23D-79193F40D589}" destId="{7F2AFF2C-FBE9-4E38-B687-4E2B5EEB0E87}" srcOrd="1" destOrd="0" presId="urn:microsoft.com/office/officeart/2018/5/layout/IconCircleLabelList"/>
    <dgm:cxn modelId="{307D0032-4E80-4859-A294-079D1FFB6306}" type="presParOf" srcId="{FB38AE6C-F1C9-43A7-B23D-79193F40D589}" destId="{041ADE21-AD59-41F0-ADC7-F88CEB0517B8}" srcOrd="2" destOrd="0" presId="urn:microsoft.com/office/officeart/2018/5/layout/IconCircleLabelList"/>
    <dgm:cxn modelId="{1306F6DA-0C61-4615-9BC1-8F5F543F1637}" type="presParOf" srcId="{FB38AE6C-F1C9-43A7-B23D-79193F40D589}" destId="{1403BFB0-9186-441E-B733-77F475D4E07B}" srcOrd="3" destOrd="0" presId="urn:microsoft.com/office/officeart/2018/5/layout/IconCircleLabelList"/>
    <dgm:cxn modelId="{D9CE0F6A-8FE5-43D2-95C7-B4EDF5ED38F4}" type="presParOf" srcId="{DB3C27B1-4CD0-4C97-8E86-1DD1E7F80CFE}" destId="{B27A8C00-80B3-4D53-9CE7-B0F7FB88EDC0}" srcOrd="1" destOrd="0" presId="urn:microsoft.com/office/officeart/2018/5/layout/IconCircleLabelList"/>
    <dgm:cxn modelId="{361DA66C-C7F6-449A-BCF5-7F4D5D6F87A7}" type="presParOf" srcId="{DB3C27B1-4CD0-4C97-8E86-1DD1E7F80CFE}" destId="{28634D94-93F2-4E9B-9213-5FAF709DBD03}" srcOrd="2" destOrd="0" presId="urn:microsoft.com/office/officeart/2018/5/layout/IconCircleLabelList"/>
    <dgm:cxn modelId="{7A42005F-4866-43BF-A712-376BCA9AF818}" type="presParOf" srcId="{28634D94-93F2-4E9B-9213-5FAF709DBD03}" destId="{6303EFD6-A52C-4C5F-BCCA-5D7C5C4D46D5}" srcOrd="0" destOrd="0" presId="urn:microsoft.com/office/officeart/2018/5/layout/IconCircleLabelList"/>
    <dgm:cxn modelId="{CEAFD237-75EB-4D30-8630-B0F93D6B63F4}" type="presParOf" srcId="{28634D94-93F2-4E9B-9213-5FAF709DBD03}" destId="{BE1B49A0-EAF6-450F-88C9-72575D9CDF48}" srcOrd="1" destOrd="0" presId="urn:microsoft.com/office/officeart/2018/5/layout/IconCircleLabelList"/>
    <dgm:cxn modelId="{37E43445-4559-4063-BE34-7B587CD1A3C3}" type="presParOf" srcId="{28634D94-93F2-4E9B-9213-5FAF709DBD03}" destId="{7390F489-B02E-4DD0-BCC7-6F392384583F}" srcOrd="2" destOrd="0" presId="urn:microsoft.com/office/officeart/2018/5/layout/IconCircleLabelList"/>
    <dgm:cxn modelId="{65B95E9B-483E-42E0-B164-17649943A3B0}" type="presParOf" srcId="{28634D94-93F2-4E9B-9213-5FAF709DBD03}" destId="{303C1613-6519-4254-819C-221E5E72D7D6}" srcOrd="3" destOrd="0" presId="urn:microsoft.com/office/officeart/2018/5/layout/IconCircleLabelList"/>
    <dgm:cxn modelId="{F2047DDE-D2A4-49D6-9E18-9DC07D19D92B}" type="presParOf" srcId="{DB3C27B1-4CD0-4C97-8E86-1DD1E7F80CFE}" destId="{BB8545A2-AE88-46F7-87F1-78587F55BE50}" srcOrd="3" destOrd="0" presId="urn:microsoft.com/office/officeart/2018/5/layout/IconCircleLabelList"/>
    <dgm:cxn modelId="{2BCF1505-48F2-4843-BBFE-7D6A28BA1D27}" type="presParOf" srcId="{DB3C27B1-4CD0-4C97-8E86-1DD1E7F80CFE}" destId="{5C22AE2E-FF06-4285-BB3A-EAD1FB7EE101}" srcOrd="4" destOrd="0" presId="urn:microsoft.com/office/officeart/2018/5/layout/IconCircleLabelList"/>
    <dgm:cxn modelId="{3179636E-D4EF-4C1E-9A87-FDBD60E0CA3C}" type="presParOf" srcId="{5C22AE2E-FF06-4285-BB3A-EAD1FB7EE101}" destId="{9129E77B-EB79-408E-8913-6823A1A6463E}" srcOrd="0" destOrd="0" presId="urn:microsoft.com/office/officeart/2018/5/layout/IconCircleLabelList"/>
    <dgm:cxn modelId="{64C37FB2-BCBA-4F7D-AD6A-B6C4B49DEC32}" type="presParOf" srcId="{5C22AE2E-FF06-4285-BB3A-EAD1FB7EE101}" destId="{A46122A3-A648-41CE-A6F1-D910DE1AA03E}" srcOrd="1" destOrd="0" presId="urn:microsoft.com/office/officeart/2018/5/layout/IconCircleLabelList"/>
    <dgm:cxn modelId="{C399A8DE-67FE-49B5-8B72-828654F00490}" type="presParOf" srcId="{5C22AE2E-FF06-4285-BB3A-EAD1FB7EE101}" destId="{3F8A3D84-8B83-4282-8E5F-D0EF0DC77C07}" srcOrd="2" destOrd="0" presId="urn:microsoft.com/office/officeart/2018/5/layout/IconCircleLabelList"/>
    <dgm:cxn modelId="{4E452B71-F8BF-45C5-B43C-7F8908BCE4A0}" type="presParOf" srcId="{5C22AE2E-FF06-4285-BB3A-EAD1FB7EE101}" destId="{13888DD1-B2C5-4DE8-B59B-78267F896AC7}" srcOrd="3" destOrd="0" presId="urn:microsoft.com/office/officeart/2018/5/layout/IconCircleLabelList"/>
    <dgm:cxn modelId="{FFB0B96C-57C7-4227-902D-0EC712022A93}" type="presParOf" srcId="{DB3C27B1-4CD0-4C97-8E86-1DD1E7F80CFE}" destId="{E8A2D622-A770-4D20-8A2D-6C5136626443}" srcOrd="5" destOrd="0" presId="urn:microsoft.com/office/officeart/2018/5/layout/IconCircleLabelList"/>
    <dgm:cxn modelId="{2BC0D968-A067-439C-AE7A-82F8CC62684C}" type="presParOf" srcId="{DB3C27B1-4CD0-4C97-8E86-1DD1E7F80CFE}" destId="{17B00974-0A8A-44A9-9239-F03C58359C31}" srcOrd="6" destOrd="0" presId="urn:microsoft.com/office/officeart/2018/5/layout/IconCircleLabelList"/>
    <dgm:cxn modelId="{24E1237D-46D5-4AD4-B942-78E2E5663D8A}" type="presParOf" srcId="{17B00974-0A8A-44A9-9239-F03C58359C31}" destId="{B722EFED-EA59-493D-89D9-10002922CEE7}" srcOrd="0" destOrd="0" presId="urn:microsoft.com/office/officeart/2018/5/layout/IconCircleLabelList"/>
    <dgm:cxn modelId="{EB1D152F-00D9-4132-AE44-D06CD16336EC}" type="presParOf" srcId="{17B00974-0A8A-44A9-9239-F03C58359C31}" destId="{EA5CE861-0520-425D-872D-E057B1237801}" srcOrd="1" destOrd="0" presId="urn:microsoft.com/office/officeart/2018/5/layout/IconCircleLabelList"/>
    <dgm:cxn modelId="{3B96D775-AD94-4148-A6AB-244D9C90C513}" type="presParOf" srcId="{17B00974-0A8A-44A9-9239-F03C58359C31}" destId="{CA609F8E-C475-4146-A38A-8F780F9CA9BA}" srcOrd="2" destOrd="0" presId="urn:microsoft.com/office/officeart/2018/5/layout/IconCircleLabelList"/>
    <dgm:cxn modelId="{91E4AC32-49CD-44F5-86CD-C74E2974A85D}" type="presParOf" srcId="{17B00974-0A8A-44A9-9239-F03C58359C31}" destId="{4B6FA92F-1F40-41B2-9D3E-1E87F03D4AE6}" srcOrd="3" destOrd="0" presId="urn:microsoft.com/office/officeart/2018/5/layout/IconCircleLabelList"/>
    <dgm:cxn modelId="{23890A17-ABE4-449E-8B48-6BC6903F5D8D}" type="presParOf" srcId="{DB3C27B1-4CD0-4C97-8E86-1DD1E7F80CFE}" destId="{11632829-3363-4A73-9F04-E40585237EE1}" srcOrd="7" destOrd="0" presId="urn:microsoft.com/office/officeart/2018/5/layout/IconCircleLabelList"/>
    <dgm:cxn modelId="{E842F9F8-5A5D-4531-B111-A55A292EAEB1}" type="presParOf" srcId="{DB3C27B1-4CD0-4C97-8E86-1DD1E7F80CFE}" destId="{274F1ED2-808A-4F6E-9713-A6F0F7924E91}" srcOrd="8" destOrd="0" presId="urn:microsoft.com/office/officeart/2018/5/layout/IconCircleLabelList"/>
    <dgm:cxn modelId="{45784554-0BDE-4104-B920-68A4BFC8D210}" type="presParOf" srcId="{274F1ED2-808A-4F6E-9713-A6F0F7924E91}" destId="{38B4A3CB-8EC0-4493-80D0-7428ED039116}" srcOrd="0" destOrd="0" presId="urn:microsoft.com/office/officeart/2018/5/layout/IconCircleLabelList"/>
    <dgm:cxn modelId="{97F89223-7DB5-4B09-9B7C-181037735BD4}" type="presParOf" srcId="{274F1ED2-808A-4F6E-9713-A6F0F7924E91}" destId="{9EF570F9-D7B2-4332-BB36-8442454D0E71}" srcOrd="1" destOrd="0" presId="urn:microsoft.com/office/officeart/2018/5/layout/IconCircleLabelList"/>
    <dgm:cxn modelId="{63B74AC0-0D91-4C9E-98F9-3490BF8F21BC}" type="presParOf" srcId="{274F1ED2-808A-4F6E-9713-A6F0F7924E91}" destId="{C33756B7-5E60-4543-959A-45AF90005F2C}" srcOrd="2" destOrd="0" presId="urn:microsoft.com/office/officeart/2018/5/layout/IconCircleLabelList"/>
    <dgm:cxn modelId="{4FDD4FAC-279F-4C6F-91B2-98FCDD8F07E5}" type="presParOf" srcId="{274F1ED2-808A-4F6E-9713-A6F0F7924E91}" destId="{FC3AB760-1F3C-48DA-9EB6-2C36A968B048}" srcOrd="3" destOrd="0" presId="urn:microsoft.com/office/officeart/2018/5/layout/IconCircleLabelList"/>
    <dgm:cxn modelId="{6B70F270-A6AF-4E5F-A2E1-73F0460F46F7}" type="presParOf" srcId="{DB3C27B1-4CD0-4C97-8E86-1DD1E7F80CFE}" destId="{79D41D74-6C31-4618-84F7-B12201DF4B83}" srcOrd="9" destOrd="0" presId="urn:microsoft.com/office/officeart/2018/5/layout/IconCircleLabelList"/>
    <dgm:cxn modelId="{586792DB-F7B1-4FE8-93CD-DB4EDC054F04}" type="presParOf" srcId="{DB3C27B1-4CD0-4C97-8E86-1DD1E7F80CFE}" destId="{65F128B0-83B7-46FA-9245-CB33B88F7BAC}" srcOrd="10" destOrd="0" presId="urn:microsoft.com/office/officeart/2018/5/layout/IconCircleLabelList"/>
    <dgm:cxn modelId="{D199EB14-7920-4C7D-9020-31A8D25AAFFC}" type="presParOf" srcId="{65F128B0-83B7-46FA-9245-CB33B88F7BAC}" destId="{9A95BBF9-26F8-4136-95CE-BB35AFA0DECA}" srcOrd="0" destOrd="0" presId="urn:microsoft.com/office/officeart/2018/5/layout/IconCircleLabelList"/>
    <dgm:cxn modelId="{3B64651C-C039-47C4-8322-DC12B93F9F60}" type="presParOf" srcId="{65F128B0-83B7-46FA-9245-CB33B88F7BAC}" destId="{9435EBE3-9C8A-4960-8465-2413D2A277CA}" srcOrd="1" destOrd="0" presId="urn:microsoft.com/office/officeart/2018/5/layout/IconCircleLabelList"/>
    <dgm:cxn modelId="{DC218EAC-634E-4C4D-A432-6F5FF1386F80}" type="presParOf" srcId="{65F128B0-83B7-46FA-9245-CB33B88F7BAC}" destId="{75DC259F-2107-4CDD-A48E-359960395861}" srcOrd="2" destOrd="0" presId="urn:microsoft.com/office/officeart/2018/5/layout/IconCircleLabelList"/>
    <dgm:cxn modelId="{A2248BE3-E156-4CC4-BDD9-59259D586A8C}" type="presParOf" srcId="{65F128B0-83B7-46FA-9245-CB33B88F7BAC}" destId="{1ECA9EF5-6B25-4787-BD26-F74B60D27BEA}" srcOrd="3" destOrd="0" presId="urn:microsoft.com/office/officeart/2018/5/layout/IconCircleLabelList"/>
    <dgm:cxn modelId="{41FC5F19-0B09-4B06-B1F5-98DB500474E2}" type="presParOf" srcId="{DB3C27B1-4CD0-4C97-8E86-1DD1E7F80CFE}" destId="{1081AA22-5B2B-4746-AB2C-7D1FEEEE55AB}" srcOrd="11" destOrd="0" presId="urn:microsoft.com/office/officeart/2018/5/layout/IconCircleLabelList"/>
    <dgm:cxn modelId="{E9F16597-133F-4AFF-BDE1-195FDAFA186B}" type="presParOf" srcId="{DB3C27B1-4CD0-4C97-8E86-1DD1E7F80CFE}" destId="{2498E758-0C95-4B0E-809F-9239D74256C4}" srcOrd="12" destOrd="0" presId="urn:microsoft.com/office/officeart/2018/5/layout/IconCircleLabelList"/>
    <dgm:cxn modelId="{3C881082-48CE-4B43-91D4-80E7E392A433}" type="presParOf" srcId="{2498E758-0C95-4B0E-809F-9239D74256C4}" destId="{13180573-2A40-430A-BA07-F7DA242B1CFB}" srcOrd="0" destOrd="0" presId="urn:microsoft.com/office/officeart/2018/5/layout/IconCircleLabelList"/>
    <dgm:cxn modelId="{DE8EAB6A-AD9C-449C-84D9-94277463A2ED}" type="presParOf" srcId="{2498E758-0C95-4B0E-809F-9239D74256C4}" destId="{2F670776-D138-4190-83E9-0DC251D1D630}" srcOrd="1" destOrd="0" presId="urn:microsoft.com/office/officeart/2018/5/layout/IconCircleLabelList"/>
    <dgm:cxn modelId="{E4883D3B-E3F2-448A-84B3-1AE74BB04C9A}" type="presParOf" srcId="{2498E758-0C95-4B0E-809F-9239D74256C4}" destId="{E02FEBDF-5903-4AEF-BCE6-4A947A26E78F}" srcOrd="2" destOrd="0" presId="urn:microsoft.com/office/officeart/2018/5/layout/IconCircleLabelList"/>
    <dgm:cxn modelId="{883275AD-E6E7-4715-A482-937209C18012}" type="presParOf" srcId="{2498E758-0C95-4B0E-809F-9239D74256C4}" destId="{A79A116C-F8E8-448D-AB3D-D3C3C8348384}" srcOrd="3" destOrd="0" presId="urn:microsoft.com/office/officeart/2018/5/layout/IconCircleLabelList"/>
    <dgm:cxn modelId="{85B58556-CCBE-4EFA-970E-4454421DCDC0}" type="presParOf" srcId="{DB3C27B1-4CD0-4C97-8E86-1DD1E7F80CFE}" destId="{D094773B-2A69-4FF1-982C-27F3F31F3FE7}" srcOrd="13" destOrd="0" presId="urn:microsoft.com/office/officeart/2018/5/layout/IconCircleLabelList"/>
    <dgm:cxn modelId="{3B98AEEE-A65A-4559-867B-BED3330C7EB5}" type="presParOf" srcId="{DB3C27B1-4CD0-4C97-8E86-1DD1E7F80CFE}" destId="{9B0F2E0F-A114-4E51-8000-B4AEE10914B5}" srcOrd="14" destOrd="0" presId="urn:microsoft.com/office/officeart/2018/5/layout/IconCircleLabelList"/>
    <dgm:cxn modelId="{E6340453-88A6-4DB0-97BB-853CEC7860F4}" type="presParOf" srcId="{9B0F2E0F-A114-4E51-8000-B4AEE10914B5}" destId="{3164D8C6-665A-49ED-B83A-C611BAAE9F1B}" srcOrd="0" destOrd="0" presId="urn:microsoft.com/office/officeart/2018/5/layout/IconCircleLabelList"/>
    <dgm:cxn modelId="{16949A6D-E093-4081-A8A3-2F6A47EC5522}" type="presParOf" srcId="{9B0F2E0F-A114-4E51-8000-B4AEE10914B5}" destId="{8E8221C5-DAAB-4D8D-B47E-EA86A4F27749}" srcOrd="1" destOrd="0" presId="urn:microsoft.com/office/officeart/2018/5/layout/IconCircleLabelList"/>
    <dgm:cxn modelId="{B28E151E-2963-4D49-800B-571832212C9B}" type="presParOf" srcId="{9B0F2E0F-A114-4E51-8000-B4AEE10914B5}" destId="{634579AD-0C7E-4E9D-AE2B-DB002AF06EEF}" srcOrd="2" destOrd="0" presId="urn:microsoft.com/office/officeart/2018/5/layout/IconCircleLabelList"/>
    <dgm:cxn modelId="{C1358314-DEB0-4CAC-B9F9-39C17C3E5E5D}" type="presParOf" srcId="{9B0F2E0F-A114-4E51-8000-B4AEE10914B5}" destId="{AA360BC0-8A78-4C32-9ED9-84ACDB3EA6C4}"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7DCA571-33E0-4176-A417-B678E8011D8F}" type="doc">
      <dgm:prSet loTypeId="urn:microsoft.com/office/officeart/2018/2/layout/IconCircleList" loCatId="icon" qsTypeId="urn:microsoft.com/office/officeart/2005/8/quickstyle/simple1" qsCatId="simple" csTypeId="urn:microsoft.com/office/officeart/2018/5/colors/Iconchunking_coloredtext_accent0_3" csCatId="mainScheme" phldr="1"/>
      <dgm:spPr/>
      <dgm:t>
        <a:bodyPr/>
        <a:lstStyle/>
        <a:p>
          <a:endParaRPr lang="en-US"/>
        </a:p>
      </dgm:t>
    </dgm:pt>
    <dgm:pt modelId="{57D3C2D4-EF95-4749-A847-54C0CEB1936B}">
      <dgm:prSet custT="1"/>
      <dgm:spPr/>
      <dgm:t>
        <a:bodyPr/>
        <a:lstStyle/>
        <a:p>
          <a:r>
            <a:rPr lang="en-ZA" sz="1400" dirty="0"/>
            <a:t>The </a:t>
          </a:r>
          <a:r>
            <a:rPr lang="en-ZA" sz="1400" b="1" dirty="0"/>
            <a:t>Smart Property &amp; Accommodation Management System</a:t>
          </a:r>
          <a:r>
            <a:rPr lang="en-ZA" sz="1400" dirty="0"/>
            <a:t> is a web and mobile application designed to simplify the process of finding, booking, renting, and managing different types of properties. The system combines features commonly found in platforms such as Airbnb, Booking.com, Property24, and student accommodation services into one centralized application.</a:t>
          </a:r>
          <a:endParaRPr lang="en-US" sz="1400" dirty="0"/>
        </a:p>
      </dgm:t>
    </dgm:pt>
    <dgm:pt modelId="{37A442C9-3C71-44C5-B1B7-127ED6125477}" type="parTrans" cxnId="{815F5F93-7AE2-436D-92EC-D9CA7883AC80}">
      <dgm:prSet/>
      <dgm:spPr/>
      <dgm:t>
        <a:bodyPr/>
        <a:lstStyle/>
        <a:p>
          <a:endParaRPr lang="en-US"/>
        </a:p>
      </dgm:t>
    </dgm:pt>
    <dgm:pt modelId="{66DA0EF9-546C-4DF2-861C-0051742A4E55}" type="sibTrans" cxnId="{815F5F93-7AE2-436D-92EC-D9CA7883AC80}">
      <dgm:prSet/>
      <dgm:spPr/>
      <dgm:t>
        <a:bodyPr/>
        <a:lstStyle/>
        <a:p>
          <a:endParaRPr lang="en-US"/>
        </a:p>
      </dgm:t>
    </dgm:pt>
    <dgm:pt modelId="{04E5ADF8-A1B5-4459-9589-FE9DB10A0BF4}">
      <dgm:prSet custT="1"/>
      <dgm:spPr/>
      <dgm:t>
        <a:bodyPr/>
        <a:lstStyle/>
        <a:p>
          <a:r>
            <a:rPr lang="en-ZA" sz="1400" dirty="0"/>
            <a:t>The application will serve multiple stakeholders, including customers, property owners, and administrators. Customers will be able to search for available properties, book viewings, reserve accommodation, make secure deposit payments, leave reviews, and view property locations using Google Maps. Property owners will have access to tools for listing properties, uploading photos, managing bookings, monitoring revenue, and responding to maintenance requests. Administrators will oversee user management, property approvals, reporting, and system statistics. The proposed system aims to improve efficiency, increase transparency, and provide a convenient digital solution for the South African property and accommodation market.</a:t>
          </a:r>
          <a:endParaRPr lang="en-US" sz="1400" dirty="0"/>
        </a:p>
      </dgm:t>
    </dgm:pt>
    <dgm:pt modelId="{40F4460C-16A4-47F2-A498-49646431A4AC}" type="parTrans" cxnId="{867616FF-CCC0-43A6-9AA9-67E176D95A4B}">
      <dgm:prSet/>
      <dgm:spPr/>
      <dgm:t>
        <a:bodyPr/>
        <a:lstStyle/>
        <a:p>
          <a:endParaRPr lang="en-US"/>
        </a:p>
      </dgm:t>
    </dgm:pt>
    <dgm:pt modelId="{94A469B9-EAB6-4F91-94F9-0D92782CAC67}" type="sibTrans" cxnId="{867616FF-CCC0-43A6-9AA9-67E176D95A4B}">
      <dgm:prSet/>
      <dgm:spPr/>
      <dgm:t>
        <a:bodyPr/>
        <a:lstStyle/>
        <a:p>
          <a:endParaRPr lang="en-US"/>
        </a:p>
      </dgm:t>
    </dgm:pt>
    <dgm:pt modelId="{044FECE8-3921-43A4-B545-2D3548306576}" type="pres">
      <dgm:prSet presAssocID="{07DCA571-33E0-4176-A417-B678E8011D8F}" presName="root" presStyleCnt="0">
        <dgm:presLayoutVars>
          <dgm:dir/>
          <dgm:resizeHandles val="exact"/>
        </dgm:presLayoutVars>
      </dgm:prSet>
      <dgm:spPr/>
    </dgm:pt>
    <dgm:pt modelId="{105E7A47-BF7D-4D5D-9DD4-DC2C7E4E2F0B}" type="pres">
      <dgm:prSet presAssocID="{07DCA571-33E0-4176-A417-B678E8011D8F}" presName="container" presStyleCnt="0">
        <dgm:presLayoutVars>
          <dgm:dir/>
          <dgm:resizeHandles val="exact"/>
        </dgm:presLayoutVars>
      </dgm:prSet>
      <dgm:spPr/>
    </dgm:pt>
    <dgm:pt modelId="{804ABBF0-758D-4E6C-8C3E-163CEF0CE3D7}" type="pres">
      <dgm:prSet presAssocID="{57D3C2D4-EF95-4749-A847-54C0CEB1936B}" presName="compNode" presStyleCnt="0"/>
      <dgm:spPr/>
    </dgm:pt>
    <dgm:pt modelId="{5CDBE0A3-3297-40C2-A34F-E06C31568869}" type="pres">
      <dgm:prSet presAssocID="{57D3C2D4-EF95-4749-A847-54C0CEB1936B}" presName="iconBgRect" presStyleLbl="bgShp" presStyleIdx="0" presStyleCnt="2"/>
      <dgm:spPr/>
    </dgm:pt>
    <dgm:pt modelId="{9A8044A4-FD0F-444E-9AAC-0F4DBDEBA9F0}" type="pres">
      <dgm:prSet presAssocID="{57D3C2D4-EF95-4749-A847-54C0CEB1936B}"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Suburban scene"/>
        </a:ext>
      </dgm:extLst>
    </dgm:pt>
    <dgm:pt modelId="{70A3F89A-C96D-46FB-BEE1-82F95EF95E1A}" type="pres">
      <dgm:prSet presAssocID="{57D3C2D4-EF95-4749-A847-54C0CEB1936B}" presName="spaceRect" presStyleCnt="0"/>
      <dgm:spPr/>
    </dgm:pt>
    <dgm:pt modelId="{5749F575-FFC6-4E71-AF0A-56807420CB24}" type="pres">
      <dgm:prSet presAssocID="{57D3C2D4-EF95-4749-A847-54C0CEB1936B}" presName="textRect" presStyleLbl="revTx" presStyleIdx="0" presStyleCnt="2">
        <dgm:presLayoutVars>
          <dgm:chMax val="1"/>
          <dgm:chPref val="1"/>
        </dgm:presLayoutVars>
      </dgm:prSet>
      <dgm:spPr/>
    </dgm:pt>
    <dgm:pt modelId="{2710415C-D5F5-4BFE-ABBF-DA2C6254233A}" type="pres">
      <dgm:prSet presAssocID="{66DA0EF9-546C-4DF2-861C-0051742A4E55}" presName="sibTrans" presStyleLbl="sibTrans2D1" presStyleIdx="0" presStyleCnt="0"/>
      <dgm:spPr/>
    </dgm:pt>
    <dgm:pt modelId="{433C727F-1FFF-42FB-AC87-D5CE48E08966}" type="pres">
      <dgm:prSet presAssocID="{04E5ADF8-A1B5-4459-9589-FE9DB10A0BF4}" presName="compNode" presStyleCnt="0"/>
      <dgm:spPr/>
    </dgm:pt>
    <dgm:pt modelId="{2E70A5BD-75F7-4BD3-A7E3-7842663C5E3F}" type="pres">
      <dgm:prSet presAssocID="{04E5ADF8-A1B5-4459-9589-FE9DB10A0BF4}" presName="iconBgRect" presStyleLbl="bgShp" presStyleIdx="1" presStyleCnt="2"/>
      <dgm:spPr/>
    </dgm:pt>
    <dgm:pt modelId="{D1300C7E-DB97-43EF-AA0B-3E8EEF61DF3A}" type="pres">
      <dgm:prSet presAssocID="{04E5ADF8-A1B5-4459-9589-FE9DB10A0BF4}"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arget Audience"/>
        </a:ext>
      </dgm:extLst>
    </dgm:pt>
    <dgm:pt modelId="{86832D9D-FEFC-48E3-AAFF-43F7857EFE05}" type="pres">
      <dgm:prSet presAssocID="{04E5ADF8-A1B5-4459-9589-FE9DB10A0BF4}" presName="spaceRect" presStyleCnt="0"/>
      <dgm:spPr/>
    </dgm:pt>
    <dgm:pt modelId="{B5449DC1-1E12-4DD7-8A60-89EEE635FBDB}" type="pres">
      <dgm:prSet presAssocID="{04E5ADF8-A1B5-4459-9589-FE9DB10A0BF4}" presName="textRect" presStyleLbl="revTx" presStyleIdx="1" presStyleCnt="2">
        <dgm:presLayoutVars>
          <dgm:chMax val="1"/>
          <dgm:chPref val="1"/>
        </dgm:presLayoutVars>
      </dgm:prSet>
      <dgm:spPr/>
    </dgm:pt>
  </dgm:ptLst>
  <dgm:cxnLst>
    <dgm:cxn modelId="{EFF0E318-E431-4C08-AA27-1749C3725F9F}" type="presOf" srcId="{66DA0EF9-546C-4DF2-861C-0051742A4E55}" destId="{2710415C-D5F5-4BFE-ABBF-DA2C6254233A}" srcOrd="0" destOrd="0" presId="urn:microsoft.com/office/officeart/2018/2/layout/IconCircleList"/>
    <dgm:cxn modelId="{AEDAD327-820E-4807-902D-0B267AA056CD}" type="presOf" srcId="{04E5ADF8-A1B5-4459-9589-FE9DB10A0BF4}" destId="{B5449DC1-1E12-4DD7-8A60-89EEE635FBDB}" srcOrd="0" destOrd="0" presId="urn:microsoft.com/office/officeart/2018/2/layout/IconCircleList"/>
    <dgm:cxn modelId="{6840F673-1661-4712-A77F-F058CED3F164}" type="presOf" srcId="{57D3C2D4-EF95-4749-A847-54C0CEB1936B}" destId="{5749F575-FFC6-4E71-AF0A-56807420CB24}" srcOrd="0" destOrd="0" presId="urn:microsoft.com/office/officeart/2018/2/layout/IconCircleList"/>
    <dgm:cxn modelId="{815F5F93-7AE2-436D-92EC-D9CA7883AC80}" srcId="{07DCA571-33E0-4176-A417-B678E8011D8F}" destId="{57D3C2D4-EF95-4749-A847-54C0CEB1936B}" srcOrd="0" destOrd="0" parTransId="{37A442C9-3C71-44C5-B1B7-127ED6125477}" sibTransId="{66DA0EF9-546C-4DF2-861C-0051742A4E55}"/>
    <dgm:cxn modelId="{EE7EF1D3-2691-4BD7-AD91-30CEE5083D77}" type="presOf" srcId="{07DCA571-33E0-4176-A417-B678E8011D8F}" destId="{044FECE8-3921-43A4-B545-2D3548306576}" srcOrd="0" destOrd="0" presId="urn:microsoft.com/office/officeart/2018/2/layout/IconCircleList"/>
    <dgm:cxn modelId="{867616FF-CCC0-43A6-9AA9-67E176D95A4B}" srcId="{07DCA571-33E0-4176-A417-B678E8011D8F}" destId="{04E5ADF8-A1B5-4459-9589-FE9DB10A0BF4}" srcOrd="1" destOrd="0" parTransId="{40F4460C-16A4-47F2-A498-49646431A4AC}" sibTransId="{94A469B9-EAB6-4F91-94F9-0D92782CAC67}"/>
    <dgm:cxn modelId="{FA6404C0-5CB9-408B-80F6-83325F25D096}" type="presParOf" srcId="{044FECE8-3921-43A4-B545-2D3548306576}" destId="{105E7A47-BF7D-4D5D-9DD4-DC2C7E4E2F0B}" srcOrd="0" destOrd="0" presId="urn:microsoft.com/office/officeart/2018/2/layout/IconCircleList"/>
    <dgm:cxn modelId="{51BCC725-4A87-4AC1-8742-66B3F592CA22}" type="presParOf" srcId="{105E7A47-BF7D-4D5D-9DD4-DC2C7E4E2F0B}" destId="{804ABBF0-758D-4E6C-8C3E-163CEF0CE3D7}" srcOrd="0" destOrd="0" presId="urn:microsoft.com/office/officeart/2018/2/layout/IconCircleList"/>
    <dgm:cxn modelId="{9A567F82-D992-4FC3-BCE6-6CAE7BBBF507}" type="presParOf" srcId="{804ABBF0-758D-4E6C-8C3E-163CEF0CE3D7}" destId="{5CDBE0A3-3297-40C2-A34F-E06C31568869}" srcOrd="0" destOrd="0" presId="urn:microsoft.com/office/officeart/2018/2/layout/IconCircleList"/>
    <dgm:cxn modelId="{CEFDBAF3-69CC-4C01-AC6C-6B01352FE589}" type="presParOf" srcId="{804ABBF0-758D-4E6C-8C3E-163CEF0CE3D7}" destId="{9A8044A4-FD0F-444E-9AAC-0F4DBDEBA9F0}" srcOrd="1" destOrd="0" presId="urn:microsoft.com/office/officeart/2018/2/layout/IconCircleList"/>
    <dgm:cxn modelId="{1C287F6A-EB05-4625-9AFA-BCDD5FD9C979}" type="presParOf" srcId="{804ABBF0-758D-4E6C-8C3E-163CEF0CE3D7}" destId="{70A3F89A-C96D-46FB-BEE1-82F95EF95E1A}" srcOrd="2" destOrd="0" presId="urn:microsoft.com/office/officeart/2018/2/layout/IconCircleList"/>
    <dgm:cxn modelId="{BBD8BD2B-839B-443F-95BA-B8F70E944CD2}" type="presParOf" srcId="{804ABBF0-758D-4E6C-8C3E-163CEF0CE3D7}" destId="{5749F575-FFC6-4E71-AF0A-56807420CB24}" srcOrd="3" destOrd="0" presId="urn:microsoft.com/office/officeart/2018/2/layout/IconCircleList"/>
    <dgm:cxn modelId="{EC184B53-C869-4B1B-A5DB-D1557D9D5552}" type="presParOf" srcId="{105E7A47-BF7D-4D5D-9DD4-DC2C7E4E2F0B}" destId="{2710415C-D5F5-4BFE-ABBF-DA2C6254233A}" srcOrd="1" destOrd="0" presId="urn:microsoft.com/office/officeart/2018/2/layout/IconCircleList"/>
    <dgm:cxn modelId="{B2EC2D25-AB12-4C37-A8F8-E712564AE965}" type="presParOf" srcId="{105E7A47-BF7D-4D5D-9DD4-DC2C7E4E2F0B}" destId="{433C727F-1FFF-42FB-AC87-D5CE48E08966}" srcOrd="2" destOrd="0" presId="urn:microsoft.com/office/officeart/2018/2/layout/IconCircleList"/>
    <dgm:cxn modelId="{EA93D5FF-D21A-414B-8672-3D9CFA4218F2}" type="presParOf" srcId="{433C727F-1FFF-42FB-AC87-D5CE48E08966}" destId="{2E70A5BD-75F7-4BD3-A7E3-7842663C5E3F}" srcOrd="0" destOrd="0" presId="urn:microsoft.com/office/officeart/2018/2/layout/IconCircleList"/>
    <dgm:cxn modelId="{7F831B75-5FD2-48CC-B91B-F34D632103F6}" type="presParOf" srcId="{433C727F-1FFF-42FB-AC87-D5CE48E08966}" destId="{D1300C7E-DB97-43EF-AA0B-3E8EEF61DF3A}" srcOrd="1" destOrd="0" presId="urn:microsoft.com/office/officeart/2018/2/layout/IconCircleList"/>
    <dgm:cxn modelId="{29431115-9DBF-426D-82AF-E1E8E2DBAE6B}" type="presParOf" srcId="{433C727F-1FFF-42FB-AC87-D5CE48E08966}" destId="{86832D9D-FEFC-48E3-AAFF-43F7857EFE05}" srcOrd="2" destOrd="0" presId="urn:microsoft.com/office/officeart/2018/2/layout/IconCircleList"/>
    <dgm:cxn modelId="{489BA9D9-8C85-4DF2-95C9-F5D4A6C70F04}" type="presParOf" srcId="{433C727F-1FFF-42FB-AC87-D5CE48E08966}" destId="{B5449DC1-1E12-4DD7-8A60-89EEE635FBDB}"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BA18844-CF0F-4D32-B10A-230907673863}"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08A03C6B-195E-4911-8385-A4D395A07DEC}">
      <dgm:prSet/>
      <dgm:spPr/>
      <dgm:t>
        <a:bodyPr/>
        <a:lstStyle/>
        <a:p>
          <a:pPr>
            <a:lnSpc>
              <a:spcPct val="100000"/>
            </a:lnSpc>
          </a:pPr>
          <a:r>
            <a:rPr lang="en-ZA"/>
            <a:t>The objectives of the Smart Property &amp; Accommodation Management System are to:</a:t>
          </a:r>
          <a:endParaRPr lang="en-US"/>
        </a:p>
      </dgm:t>
    </dgm:pt>
    <dgm:pt modelId="{ED46787C-0BE1-4C62-B0C7-D8A8F692233F}" type="parTrans" cxnId="{46E9E9E7-6F97-4630-8EB4-57E8150D737B}">
      <dgm:prSet/>
      <dgm:spPr/>
      <dgm:t>
        <a:bodyPr/>
        <a:lstStyle/>
        <a:p>
          <a:endParaRPr lang="en-US"/>
        </a:p>
      </dgm:t>
    </dgm:pt>
    <dgm:pt modelId="{EAE6347E-9317-44D8-8EA4-B96C31F19541}" type="sibTrans" cxnId="{46E9E9E7-6F97-4630-8EB4-57E8150D737B}">
      <dgm:prSet/>
      <dgm:spPr/>
      <dgm:t>
        <a:bodyPr/>
        <a:lstStyle/>
        <a:p>
          <a:pPr>
            <a:lnSpc>
              <a:spcPct val="100000"/>
            </a:lnSpc>
          </a:pPr>
          <a:endParaRPr lang="en-US"/>
        </a:p>
      </dgm:t>
    </dgm:pt>
    <dgm:pt modelId="{A6B98751-E9AB-4FDC-AFFE-CDC4F2D2DD96}">
      <dgm:prSet/>
      <dgm:spPr/>
      <dgm:t>
        <a:bodyPr/>
        <a:lstStyle/>
        <a:p>
          <a:pPr>
            <a:lnSpc>
              <a:spcPct val="100000"/>
            </a:lnSpc>
          </a:pPr>
          <a:r>
            <a:rPr lang="en-ZA" dirty="0"/>
            <a:t>Develop an online platform that combines accommodation booking and property management services. </a:t>
          </a:r>
          <a:endParaRPr lang="en-US" dirty="0"/>
        </a:p>
      </dgm:t>
    </dgm:pt>
    <dgm:pt modelId="{B81333E0-1041-48B7-912C-BFD3A77006CE}" type="parTrans" cxnId="{E20FFAE5-CE54-4C43-A2C2-5FA78B15CA69}">
      <dgm:prSet/>
      <dgm:spPr/>
      <dgm:t>
        <a:bodyPr/>
        <a:lstStyle/>
        <a:p>
          <a:endParaRPr lang="en-US"/>
        </a:p>
      </dgm:t>
    </dgm:pt>
    <dgm:pt modelId="{7FFF8C3D-6166-4821-A183-B10BB7B9A8A6}" type="sibTrans" cxnId="{E20FFAE5-CE54-4C43-A2C2-5FA78B15CA69}">
      <dgm:prSet/>
      <dgm:spPr/>
      <dgm:t>
        <a:bodyPr/>
        <a:lstStyle/>
        <a:p>
          <a:pPr>
            <a:lnSpc>
              <a:spcPct val="100000"/>
            </a:lnSpc>
          </a:pPr>
          <a:endParaRPr lang="en-US"/>
        </a:p>
      </dgm:t>
    </dgm:pt>
    <dgm:pt modelId="{B17E01E2-3DDE-41CD-BCA9-C682C02CE6B9}">
      <dgm:prSet/>
      <dgm:spPr/>
      <dgm:t>
        <a:bodyPr/>
        <a:lstStyle/>
        <a:p>
          <a:pPr>
            <a:lnSpc>
              <a:spcPct val="100000"/>
            </a:lnSpc>
          </a:pPr>
          <a:r>
            <a:rPr lang="en-ZA" dirty="0"/>
            <a:t>Provide users with a simple and secure property search and booking experience. </a:t>
          </a:r>
          <a:endParaRPr lang="en-US" dirty="0"/>
        </a:p>
      </dgm:t>
    </dgm:pt>
    <dgm:pt modelId="{EBD3FA52-318A-4ADC-9AC2-D480DB134E08}" type="parTrans" cxnId="{233E34A7-99F8-4332-8FEA-26926C04EDA3}">
      <dgm:prSet/>
      <dgm:spPr/>
      <dgm:t>
        <a:bodyPr/>
        <a:lstStyle/>
        <a:p>
          <a:endParaRPr lang="en-US"/>
        </a:p>
      </dgm:t>
    </dgm:pt>
    <dgm:pt modelId="{EBEDD8F4-353C-440A-8C89-73D9E157E33A}" type="sibTrans" cxnId="{233E34A7-99F8-4332-8FEA-26926C04EDA3}">
      <dgm:prSet/>
      <dgm:spPr/>
      <dgm:t>
        <a:bodyPr/>
        <a:lstStyle/>
        <a:p>
          <a:pPr>
            <a:lnSpc>
              <a:spcPct val="100000"/>
            </a:lnSpc>
          </a:pPr>
          <a:endParaRPr lang="en-US"/>
        </a:p>
      </dgm:t>
    </dgm:pt>
    <dgm:pt modelId="{F0EA8D82-27E5-4B06-8408-D6057DDF864D}">
      <dgm:prSet/>
      <dgm:spPr/>
      <dgm:t>
        <a:bodyPr/>
        <a:lstStyle/>
        <a:p>
          <a:pPr>
            <a:lnSpc>
              <a:spcPct val="100000"/>
            </a:lnSpc>
          </a:pPr>
          <a:r>
            <a:rPr lang="en-ZA" dirty="0"/>
            <a:t>Allow property owners to efficiently manage their properties and bookings. </a:t>
          </a:r>
          <a:endParaRPr lang="en-US" dirty="0"/>
        </a:p>
      </dgm:t>
    </dgm:pt>
    <dgm:pt modelId="{4E2961A8-E47D-4ECC-856C-CF596DF0D849}" type="parTrans" cxnId="{32F0D812-83D5-4175-912F-9D53F07CB2E8}">
      <dgm:prSet/>
      <dgm:spPr/>
      <dgm:t>
        <a:bodyPr/>
        <a:lstStyle/>
        <a:p>
          <a:endParaRPr lang="en-US"/>
        </a:p>
      </dgm:t>
    </dgm:pt>
    <dgm:pt modelId="{8F0630EB-2F46-4DE3-B092-23C3A48EDC33}" type="sibTrans" cxnId="{32F0D812-83D5-4175-912F-9D53F07CB2E8}">
      <dgm:prSet/>
      <dgm:spPr/>
      <dgm:t>
        <a:bodyPr/>
        <a:lstStyle/>
        <a:p>
          <a:pPr>
            <a:lnSpc>
              <a:spcPct val="100000"/>
            </a:lnSpc>
          </a:pPr>
          <a:endParaRPr lang="en-US"/>
        </a:p>
      </dgm:t>
    </dgm:pt>
    <dgm:pt modelId="{0769AC29-9943-4FDB-99FF-86F0BE13BD17}">
      <dgm:prSet/>
      <dgm:spPr/>
      <dgm:t>
        <a:bodyPr/>
        <a:lstStyle/>
        <a:p>
          <a:pPr>
            <a:lnSpc>
              <a:spcPct val="100000"/>
            </a:lnSpc>
          </a:pPr>
          <a:r>
            <a:rPr lang="en-ZA"/>
            <a:t>Enable administrators to manage users, approve listings, and generate reports. </a:t>
          </a:r>
          <a:endParaRPr lang="en-US"/>
        </a:p>
      </dgm:t>
    </dgm:pt>
    <dgm:pt modelId="{F7C4D558-3993-42A1-BA44-8E1905B79203}" type="parTrans" cxnId="{D24E4EDF-8685-485F-BF0C-D1FCFB0D47B1}">
      <dgm:prSet/>
      <dgm:spPr/>
      <dgm:t>
        <a:bodyPr/>
        <a:lstStyle/>
        <a:p>
          <a:endParaRPr lang="en-US"/>
        </a:p>
      </dgm:t>
    </dgm:pt>
    <dgm:pt modelId="{45E35B23-DBE1-4C6A-9A9F-A6A28AC47B38}" type="sibTrans" cxnId="{D24E4EDF-8685-485F-BF0C-D1FCFB0D47B1}">
      <dgm:prSet/>
      <dgm:spPr/>
      <dgm:t>
        <a:bodyPr/>
        <a:lstStyle/>
        <a:p>
          <a:pPr>
            <a:lnSpc>
              <a:spcPct val="100000"/>
            </a:lnSpc>
          </a:pPr>
          <a:endParaRPr lang="en-US"/>
        </a:p>
      </dgm:t>
    </dgm:pt>
    <dgm:pt modelId="{92170BBE-0EFF-41FA-99C0-F27FEB06D2FB}">
      <dgm:prSet/>
      <dgm:spPr/>
      <dgm:t>
        <a:bodyPr/>
        <a:lstStyle/>
        <a:p>
          <a:pPr>
            <a:lnSpc>
              <a:spcPct val="100000"/>
            </a:lnSpc>
          </a:pPr>
          <a:r>
            <a:rPr lang="en-ZA"/>
            <a:t>Improve communication between tenants and property owners through maintenance request management. </a:t>
          </a:r>
          <a:endParaRPr lang="en-US"/>
        </a:p>
      </dgm:t>
    </dgm:pt>
    <dgm:pt modelId="{CD2C68FD-339F-4457-9075-8BC032D64EA5}" type="parTrans" cxnId="{22879EC9-51A0-4C26-8B36-4A9B076B0ED9}">
      <dgm:prSet/>
      <dgm:spPr/>
      <dgm:t>
        <a:bodyPr/>
        <a:lstStyle/>
        <a:p>
          <a:endParaRPr lang="en-US"/>
        </a:p>
      </dgm:t>
    </dgm:pt>
    <dgm:pt modelId="{A0587CF0-4D7C-4244-B44F-09D9DEAC2415}" type="sibTrans" cxnId="{22879EC9-51A0-4C26-8B36-4A9B076B0ED9}">
      <dgm:prSet/>
      <dgm:spPr/>
      <dgm:t>
        <a:bodyPr/>
        <a:lstStyle/>
        <a:p>
          <a:pPr>
            <a:lnSpc>
              <a:spcPct val="100000"/>
            </a:lnSpc>
          </a:pPr>
          <a:endParaRPr lang="en-US"/>
        </a:p>
      </dgm:t>
    </dgm:pt>
    <dgm:pt modelId="{24B36E41-29E2-405A-9237-CE2C620955F7}">
      <dgm:prSet/>
      <dgm:spPr/>
      <dgm:t>
        <a:bodyPr/>
        <a:lstStyle/>
        <a:p>
          <a:pPr>
            <a:lnSpc>
              <a:spcPct val="100000"/>
            </a:lnSpc>
          </a:pPr>
          <a:r>
            <a:rPr lang="en-ZA" dirty="0"/>
            <a:t>Promote secure transactions and improve customer satisfaction</a:t>
          </a:r>
          <a:endParaRPr lang="en-US" dirty="0"/>
        </a:p>
      </dgm:t>
    </dgm:pt>
    <dgm:pt modelId="{04121BA6-4D57-42C5-A3F4-F6AD7442F9C7}" type="parTrans" cxnId="{95BF5471-78E0-412B-AEBE-2926D9EE196B}">
      <dgm:prSet/>
      <dgm:spPr/>
      <dgm:t>
        <a:bodyPr/>
        <a:lstStyle/>
        <a:p>
          <a:endParaRPr lang="en-US"/>
        </a:p>
      </dgm:t>
    </dgm:pt>
    <dgm:pt modelId="{12590E0D-8F76-42D5-AE39-669D003B6D5D}" type="sibTrans" cxnId="{95BF5471-78E0-412B-AEBE-2926D9EE196B}">
      <dgm:prSet/>
      <dgm:spPr/>
      <dgm:t>
        <a:bodyPr/>
        <a:lstStyle/>
        <a:p>
          <a:endParaRPr lang="en-US"/>
        </a:p>
      </dgm:t>
    </dgm:pt>
    <dgm:pt modelId="{75F52126-4847-4DE8-9CB9-5156E20E2491}" type="pres">
      <dgm:prSet presAssocID="{ABA18844-CF0F-4D32-B10A-230907673863}" presName="root" presStyleCnt="0">
        <dgm:presLayoutVars>
          <dgm:dir/>
          <dgm:resizeHandles val="exact"/>
        </dgm:presLayoutVars>
      </dgm:prSet>
      <dgm:spPr/>
    </dgm:pt>
    <dgm:pt modelId="{ED6FDB9D-E3D5-4662-8229-86E5410FE2F8}" type="pres">
      <dgm:prSet presAssocID="{08A03C6B-195E-4911-8385-A4D395A07DEC}" presName="compNode" presStyleCnt="0"/>
      <dgm:spPr/>
    </dgm:pt>
    <dgm:pt modelId="{346F2294-86EB-4B3F-801D-9D154B10DC4C}" type="pres">
      <dgm:prSet presAssocID="{08A03C6B-195E-4911-8385-A4D395A07DEC}" presName="iconRect" presStyleLbl="node1" presStyleIdx="0"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City"/>
        </a:ext>
      </dgm:extLst>
    </dgm:pt>
    <dgm:pt modelId="{D2E2D8DE-CBFE-4446-8B77-CEDD2A5BEEC5}" type="pres">
      <dgm:prSet presAssocID="{08A03C6B-195E-4911-8385-A4D395A07DEC}" presName="spaceRect" presStyleCnt="0"/>
      <dgm:spPr/>
    </dgm:pt>
    <dgm:pt modelId="{6DADD121-8E97-4590-87A4-D3402482DEEE}" type="pres">
      <dgm:prSet presAssocID="{08A03C6B-195E-4911-8385-A4D395A07DEC}" presName="textRect" presStyleLbl="revTx" presStyleIdx="0" presStyleCnt="7">
        <dgm:presLayoutVars>
          <dgm:chMax val="1"/>
          <dgm:chPref val="1"/>
        </dgm:presLayoutVars>
      </dgm:prSet>
      <dgm:spPr/>
    </dgm:pt>
    <dgm:pt modelId="{A3C7F8AD-CFA9-484A-B787-8CBC390F5739}" type="pres">
      <dgm:prSet presAssocID="{EAE6347E-9317-44D8-8EA4-B96C31F19541}" presName="sibTrans" presStyleCnt="0"/>
      <dgm:spPr/>
    </dgm:pt>
    <dgm:pt modelId="{239BAF78-698F-4AFB-B2E1-5C3C6E417E6E}" type="pres">
      <dgm:prSet presAssocID="{A6B98751-E9AB-4FDC-AFFE-CDC4F2D2DD96}" presName="compNode" presStyleCnt="0"/>
      <dgm:spPr/>
    </dgm:pt>
    <dgm:pt modelId="{DF6B2DDE-FA1C-4CBA-A46F-B01086369563}" type="pres">
      <dgm:prSet presAssocID="{A6B98751-E9AB-4FDC-AFFE-CDC4F2D2DD96}" presName="iconRect" presStyleLbl="node1" presStyleIdx="1"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uilding"/>
        </a:ext>
      </dgm:extLst>
    </dgm:pt>
    <dgm:pt modelId="{4F5F7453-B872-41EE-B631-6646DAAFB131}" type="pres">
      <dgm:prSet presAssocID="{A6B98751-E9AB-4FDC-AFFE-CDC4F2D2DD96}" presName="spaceRect" presStyleCnt="0"/>
      <dgm:spPr/>
    </dgm:pt>
    <dgm:pt modelId="{99AA9DC6-6A6E-4790-954C-397306C921E3}" type="pres">
      <dgm:prSet presAssocID="{A6B98751-E9AB-4FDC-AFFE-CDC4F2D2DD96}" presName="textRect" presStyleLbl="revTx" presStyleIdx="1" presStyleCnt="7">
        <dgm:presLayoutVars>
          <dgm:chMax val="1"/>
          <dgm:chPref val="1"/>
        </dgm:presLayoutVars>
      </dgm:prSet>
      <dgm:spPr/>
    </dgm:pt>
    <dgm:pt modelId="{86A4E2CD-59A4-4199-9003-EB4395AB6461}" type="pres">
      <dgm:prSet presAssocID="{7FFF8C3D-6166-4821-A183-B10BB7B9A8A6}" presName="sibTrans" presStyleCnt="0"/>
      <dgm:spPr/>
    </dgm:pt>
    <dgm:pt modelId="{62DC6E77-E377-44EB-B66E-11FE0DB8479B}" type="pres">
      <dgm:prSet presAssocID="{B17E01E2-3DDE-41CD-BCA9-C682C02CE6B9}" presName="compNode" presStyleCnt="0"/>
      <dgm:spPr/>
    </dgm:pt>
    <dgm:pt modelId="{08C08EF7-088C-4DDD-B812-35A237FCC1DE}" type="pres">
      <dgm:prSet presAssocID="{B17E01E2-3DDE-41CD-BCA9-C682C02CE6B9}" presName="iconRect" presStyleLbl="node1" presStyleIdx="2"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Target Audience"/>
        </a:ext>
      </dgm:extLst>
    </dgm:pt>
    <dgm:pt modelId="{EFC04782-957F-426C-AF6B-0628F68A5651}" type="pres">
      <dgm:prSet presAssocID="{B17E01E2-3DDE-41CD-BCA9-C682C02CE6B9}" presName="spaceRect" presStyleCnt="0"/>
      <dgm:spPr/>
    </dgm:pt>
    <dgm:pt modelId="{6BDEA190-EE46-4A1D-AAB2-692348616021}" type="pres">
      <dgm:prSet presAssocID="{B17E01E2-3DDE-41CD-BCA9-C682C02CE6B9}" presName="textRect" presStyleLbl="revTx" presStyleIdx="2" presStyleCnt="7">
        <dgm:presLayoutVars>
          <dgm:chMax val="1"/>
          <dgm:chPref val="1"/>
        </dgm:presLayoutVars>
      </dgm:prSet>
      <dgm:spPr/>
    </dgm:pt>
    <dgm:pt modelId="{E21E9ACE-B70D-4A8B-B149-BF1D7EA524E9}" type="pres">
      <dgm:prSet presAssocID="{EBEDD8F4-353C-440A-8C89-73D9E157E33A}" presName="sibTrans" presStyleCnt="0"/>
      <dgm:spPr/>
    </dgm:pt>
    <dgm:pt modelId="{B1A7705B-1541-4CD7-95A9-0B90F3D6FEBE}" type="pres">
      <dgm:prSet presAssocID="{F0EA8D82-27E5-4B06-8408-D6057DDF864D}" presName="compNode" presStyleCnt="0"/>
      <dgm:spPr/>
    </dgm:pt>
    <dgm:pt modelId="{E6638CA7-C084-453B-9FC9-D241589D777A}" type="pres">
      <dgm:prSet presAssocID="{F0EA8D82-27E5-4B06-8408-D6057DDF864D}" presName="iconRect" presStyleLbl="node1" presStyleIdx="3"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uburban scene"/>
        </a:ext>
      </dgm:extLst>
    </dgm:pt>
    <dgm:pt modelId="{740FB760-6C0A-4EC4-AE14-D616BAB29B4F}" type="pres">
      <dgm:prSet presAssocID="{F0EA8D82-27E5-4B06-8408-D6057DDF864D}" presName="spaceRect" presStyleCnt="0"/>
      <dgm:spPr/>
    </dgm:pt>
    <dgm:pt modelId="{4AE08E6C-DF64-46D3-B73D-0E6345A8170B}" type="pres">
      <dgm:prSet presAssocID="{F0EA8D82-27E5-4B06-8408-D6057DDF864D}" presName="textRect" presStyleLbl="revTx" presStyleIdx="3" presStyleCnt="7">
        <dgm:presLayoutVars>
          <dgm:chMax val="1"/>
          <dgm:chPref val="1"/>
        </dgm:presLayoutVars>
      </dgm:prSet>
      <dgm:spPr/>
    </dgm:pt>
    <dgm:pt modelId="{1FB50907-5EF2-4C04-B7B8-33C89DD4909C}" type="pres">
      <dgm:prSet presAssocID="{8F0630EB-2F46-4DE3-B092-23C3A48EDC33}" presName="sibTrans" presStyleCnt="0"/>
      <dgm:spPr/>
    </dgm:pt>
    <dgm:pt modelId="{9B9F5B55-0C0F-42DE-B1A4-C78E876DDDC8}" type="pres">
      <dgm:prSet presAssocID="{0769AC29-9943-4FDB-99FF-86F0BE13BD17}" presName="compNode" presStyleCnt="0"/>
      <dgm:spPr/>
    </dgm:pt>
    <dgm:pt modelId="{CC4A2B2F-BC95-4DCE-99BC-78EC1679734C}" type="pres">
      <dgm:prSet presAssocID="{0769AC29-9943-4FDB-99FF-86F0BE13BD17}" presName="iconRect" presStyleLbl="node1" presStyleIdx="4"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Users"/>
        </a:ext>
      </dgm:extLst>
    </dgm:pt>
    <dgm:pt modelId="{7AECC1D3-9CAA-42C3-A18B-858453D2F34C}" type="pres">
      <dgm:prSet presAssocID="{0769AC29-9943-4FDB-99FF-86F0BE13BD17}" presName="spaceRect" presStyleCnt="0"/>
      <dgm:spPr/>
    </dgm:pt>
    <dgm:pt modelId="{57988655-1D4C-4DED-8075-73A8F9832360}" type="pres">
      <dgm:prSet presAssocID="{0769AC29-9943-4FDB-99FF-86F0BE13BD17}" presName="textRect" presStyleLbl="revTx" presStyleIdx="4" presStyleCnt="7">
        <dgm:presLayoutVars>
          <dgm:chMax val="1"/>
          <dgm:chPref val="1"/>
        </dgm:presLayoutVars>
      </dgm:prSet>
      <dgm:spPr/>
    </dgm:pt>
    <dgm:pt modelId="{7BAC5848-9FF1-46B3-835C-93EC4EBDAC24}" type="pres">
      <dgm:prSet presAssocID="{45E35B23-DBE1-4C6A-9A9F-A6A28AC47B38}" presName="sibTrans" presStyleCnt="0"/>
      <dgm:spPr/>
    </dgm:pt>
    <dgm:pt modelId="{31546A61-0EF0-4701-9C5C-4A7D67578DCF}" type="pres">
      <dgm:prSet presAssocID="{92170BBE-0EFF-41FA-99C0-F27FEB06D2FB}" presName="compNode" presStyleCnt="0"/>
      <dgm:spPr/>
    </dgm:pt>
    <dgm:pt modelId="{A5B23BEE-A29E-4185-81E0-0DAFF2898CA5}" type="pres">
      <dgm:prSet presAssocID="{92170BBE-0EFF-41FA-99C0-F27FEB06D2FB}" presName="iconRect" presStyleLbl="node1" presStyleIdx="5"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Share With Person"/>
        </a:ext>
      </dgm:extLst>
    </dgm:pt>
    <dgm:pt modelId="{E3843E4B-3F6E-48CE-8F8C-A042A626E3E1}" type="pres">
      <dgm:prSet presAssocID="{92170BBE-0EFF-41FA-99C0-F27FEB06D2FB}" presName="spaceRect" presStyleCnt="0"/>
      <dgm:spPr/>
    </dgm:pt>
    <dgm:pt modelId="{9476E9E4-8698-4721-8E84-B28E9AFF472D}" type="pres">
      <dgm:prSet presAssocID="{92170BBE-0EFF-41FA-99C0-F27FEB06D2FB}" presName="textRect" presStyleLbl="revTx" presStyleIdx="5" presStyleCnt="7">
        <dgm:presLayoutVars>
          <dgm:chMax val="1"/>
          <dgm:chPref val="1"/>
        </dgm:presLayoutVars>
      </dgm:prSet>
      <dgm:spPr/>
    </dgm:pt>
    <dgm:pt modelId="{E6C74DA4-5A8F-4CFE-9F71-A9920861636D}" type="pres">
      <dgm:prSet presAssocID="{A0587CF0-4D7C-4244-B44F-09D9DEAC2415}" presName="sibTrans" presStyleCnt="0"/>
      <dgm:spPr/>
    </dgm:pt>
    <dgm:pt modelId="{84BEE6E0-2DA7-4FDA-85D5-43DCA190BE7E}" type="pres">
      <dgm:prSet presAssocID="{24B36E41-29E2-405A-9237-CE2C620955F7}" presName="compNode" presStyleCnt="0"/>
      <dgm:spPr/>
    </dgm:pt>
    <dgm:pt modelId="{C5158724-C6BC-4059-AE8B-56A8DB9A92A8}" type="pres">
      <dgm:prSet presAssocID="{24B36E41-29E2-405A-9237-CE2C620955F7}" presName="iconRect" presStyleLbl="node1" presStyleIdx="6"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dgm:spPr>
      <dgm:extLst>
        <a:ext uri="{E40237B7-FDA0-4F09-8148-C483321AD2D9}">
          <dgm14:cNvPr xmlns:dgm14="http://schemas.microsoft.com/office/drawing/2010/diagram" id="0" name="" descr="Handshake"/>
        </a:ext>
      </dgm:extLst>
    </dgm:pt>
    <dgm:pt modelId="{05EDE4DA-58E7-463D-BC3C-D4CFC05D6A83}" type="pres">
      <dgm:prSet presAssocID="{24B36E41-29E2-405A-9237-CE2C620955F7}" presName="spaceRect" presStyleCnt="0"/>
      <dgm:spPr/>
    </dgm:pt>
    <dgm:pt modelId="{BCD3920D-ACDD-48A6-A5F2-A79D13763295}" type="pres">
      <dgm:prSet presAssocID="{24B36E41-29E2-405A-9237-CE2C620955F7}" presName="textRect" presStyleLbl="revTx" presStyleIdx="6" presStyleCnt="7">
        <dgm:presLayoutVars>
          <dgm:chMax val="1"/>
          <dgm:chPref val="1"/>
        </dgm:presLayoutVars>
      </dgm:prSet>
      <dgm:spPr/>
    </dgm:pt>
  </dgm:ptLst>
  <dgm:cxnLst>
    <dgm:cxn modelId="{32F0D812-83D5-4175-912F-9D53F07CB2E8}" srcId="{ABA18844-CF0F-4D32-B10A-230907673863}" destId="{F0EA8D82-27E5-4B06-8408-D6057DDF864D}" srcOrd="3" destOrd="0" parTransId="{4E2961A8-E47D-4ECC-856C-CF596DF0D849}" sibTransId="{8F0630EB-2F46-4DE3-B092-23C3A48EDC33}"/>
    <dgm:cxn modelId="{5C298F2E-F56B-4290-9B89-161BF0E8100D}" type="presOf" srcId="{24B36E41-29E2-405A-9237-CE2C620955F7}" destId="{BCD3920D-ACDD-48A6-A5F2-A79D13763295}" srcOrd="0" destOrd="0" presId="urn:microsoft.com/office/officeart/2018/2/layout/IconLabelList"/>
    <dgm:cxn modelId="{95BF5471-78E0-412B-AEBE-2926D9EE196B}" srcId="{ABA18844-CF0F-4D32-B10A-230907673863}" destId="{24B36E41-29E2-405A-9237-CE2C620955F7}" srcOrd="6" destOrd="0" parTransId="{04121BA6-4D57-42C5-A3F4-F6AD7442F9C7}" sibTransId="{12590E0D-8F76-42D5-AE39-669D003B6D5D}"/>
    <dgm:cxn modelId="{233E34A7-99F8-4332-8FEA-26926C04EDA3}" srcId="{ABA18844-CF0F-4D32-B10A-230907673863}" destId="{B17E01E2-3DDE-41CD-BCA9-C682C02CE6B9}" srcOrd="2" destOrd="0" parTransId="{EBD3FA52-318A-4ADC-9AC2-D480DB134E08}" sibTransId="{EBEDD8F4-353C-440A-8C89-73D9E157E33A}"/>
    <dgm:cxn modelId="{808C15B2-623C-42AD-B5AC-0EA6790D588B}" type="presOf" srcId="{B17E01E2-3DDE-41CD-BCA9-C682C02CE6B9}" destId="{6BDEA190-EE46-4A1D-AAB2-692348616021}" srcOrd="0" destOrd="0" presId="urn:microsoft.com/office/officeart/2018/2/layout/IconLabelList"/>
    <dgm:cxn modelId="{03FAA3B6-243C-499B-AF3F-65E53BC087C1}" type="presOf" srcId="{F0EA8D82-27E5-4B06-8408-D6057DDF864D}" destId="{4AE08E6C-DF64-46D3-B73D-0E6345A8170B}" srcOrd="0" destOrd="0" presId="urn:microsoft.com/office/officeart/2018/2/layout/IconLabelList"/>
    <dgm:cxn modelId="{6539F7B7-5AE3-49FF-AB3A-0B5FD13E03DA}" type="presOf" srcId="{ABA18844-CF0F-4D32-B10A-230907673863}" destId="{75F52126-4847-4DE8-9CB9-5156E20E2491}" srcOrd="0" destOrd="0" presId="urn:microsoft.com/office/officeart/2018/2/layout/IconLabelList"/>
    <dgm:cxn modelId="{22879EC9-51A0-4C26-8B36-4A9B076B0ED9}" srcId="{ABA18844-CF0F-4D32-B10A-230907673863}" destId="{92170BBE-0EFF-41FA-99C0-F27FEB06D2FB}" srcOrd="5" destOrd="0" parTransId="{CD2C68FD-339F-4457-9075-8BC032D64EA5}" sibTransId="{A0587CF0-4D7C-4244-B44F-09D9DEAC2415}"/>
    <dgm:cxn modelId="{A32396D6-D3EF-4A7E-9701-3D121AF9EFDE}" type="presOf" srcId="{A6B98751-E9AB-4FDC-AFFE-CDC4F2D2DD96}" destId="{99AA9DC6-6A6E-4790-954C-397306C921E3}" srcOrd="0" destOrd="0" presId="urn:microsoft.com/office/officeart/2018/2/layout/IconLabelList"/>
    <dgm:cxn modelId="{D24E4EDF-8685-485F-BF0C-D1FCFB0D47B1}" srcId="{ABA18844-CF0F-4D32-B10A-230907673863}" destId="{0769AC29-9943-4FDB-99FF-86F0BE13BD17}" srcOrd="4" destOrd="0" parTransId="{F7C4D558-3993-42A1-BA44-8E1905B79203}" sibTransId="{45E35B23-DBE1-4C6A-9A9F-A6A28AC47B38}"/>
    <dgm:cxn modelId="{E20FFAE5-CE54-4C43-A2C2-5FA78B15CA69}" srcId="{ABA18844-CF0F-4D32-B10A-230907673863}" destId="{A6B98751-E9AB-4FDC-AFFE-CDC4F2D2DD96}" srcOrd="1" destOrd="0" parTransId="{B81333E0-1041-48B7-912C-BFD3A77006CE}" sibTransId="{7FFF8C3D-6166-4821-A183-B10BB7B9A8A6}"/>
    <dgm:cxn modelId="{46E9E9E7-6F97-4630-8EB4-57E8150D737B}" srcId="{ABA18844-CF0F-4D32-B10A-230907673863}" destId="{08A03C6B-195E-4911-8385-A4D395A07DEC}" srcOrd="0" destOrd="0" parTransId="{ED46787C-0BE1-4C62-B0C7-D8A8F692233F}" sibTransId="{EAE6347E-9317-44D8-8EA4-B96C31F19541}"/>
    <dgm:cxn modelId="{A65CB1ED-8AFE-4E6E-BFE8-460A04C2E7C2}" type="presOf" srcId="{08A03C6B-195E-4911-8385-A4D395A07DEC}" destId="{6DADD121-8E97-4590-87A4-D3402482DEEE}" srcOrd="0" destOrd="0" presId="urn:microsoft.com/office/officeart/2018/2/layout/IconLabelList"/>
    <dgm:cxn modelId="{8D0B3EF4-7AD2-409A-AAF6-55E3DC487700}" type="presOf" srcId="{92170BBE-0EFF-41FA-99C0-F27FEB06D2FB}" destId="{9476E9E4-8698-4721-8E84-B28E9AFF472D}" srcOrd="0" destOrd="0" presId="urn:microsoft.com/office/officeart/2018/2/layout/IconLabelList"/>
    <dgm:cxn modelId="{1F16AAF9-8E19-4561-8AF6-3DDA4D7AEE91}" type="presOf" srcId="{0769AC29-9943-4FDB-99FF-86F0BE13BD17}" destId="{57988655-1D4C-4DED-8075-73A8F9832360}" srcOrd="0" destOrd="0" presId="urn:microsoft.com/office/officeart/2018/2/layout/IconLabelList"/>
    <dgm:cxn modelId="{3294C206-025B-4ECD-9C50-AC757CC818A2}" type="presParOf" srcId="{75F52126-4847-4DE8-9CB9-5156E20E2491}" destId="{ED6FDB9D-E3D5-4662-8229-86E5410FE2F8}" srcOrd="0" destOrd="0" presId="urn:microsoft.com/office/officeart/2018/2/layout/IconLabelList"/>
    <dgm:cxn modelId="{1CD03EF4-C636-4255-B373-18DDD47FA8C4}" type="presParOf" srcId="{ED6FDB9D-E3D5-4662-8229-86E5410FE2F8}" destId="{346F2294-86EB-4B3F-801D-9D154B10DC4C}" srcOrd="0" destOrd="0" presId="urn:microsoft.com/office/officeart/2018/2/layout/IconLabelList"/>
    <dgm:cxn modelId="{4C4E1024-E8A6-4A85-8908-09406C56F8C3}" type="presParOf" srcId="{ED6FDB9D-E3D5-4662-8229-86E5410FE2F8}" destId="{D2E2D8DE-CBFE-4446-8B77-CEDD2A5BEEC5}" srcOrd="1" destOrd="0" presId="urn:microsoft.com/office/officeart/2018/2/layout/IconLabelList"/>
    <dgm:cxn modelId="{2907D848-992A-4660-8EA1-1F36606D5C24}" type="presParOf" srcId="{ED6FDB9D-E3D5-4662-8229-86E5410FE2F8}" destId="{6DADD121-8E97-4590-87A4-D3402482DEEE}" srcOrd="2" destOrd="0" presId="urn:microsoft.com/office/officeart/2018/2/layout/IconLabelList"/>
    <dgm:cxn modelId="{7D90DF9A-0DA3-4DD0-8D5F-F07A9686C06C}" type="presParOf" srcId="{75F52126-4847-4DE8-9CB9-5156E20E2491}" destId="{A3C7F8AD-CFA9-484A-B787-8CBC390F5739}" srcOrd="1" destOrd="0" presId="urn:microsoft.com/office/officeart/2018/2/layout/IconLabelList"/>
    <dgm:cxn modelId="{7BD86D52-A7CE-4618-B36B-753F6056BB08}" type="presParOf" srcId="{75F52126-4847-4DE8-9CB9-5156E20E2491}" destId="{239BAF78-698F-4AFB-B2E1-5C3C6E417E6E}" srcOrd="2" destOrd="0" presId="urn:microsoft.com/office/officeart/2018/2/layout/IconLabelList"/>
    <dgm:cxn modelId="{12B22002-072E-46E8-8AE2-9D2836307CB2}" type="presParOf" srcId="{239BAF78-698F-4AFB-B2E1-5C3C6E417E6E}" destId="{DF6B2DDE-FA1C-4CBA-A46F-B01086369563}" srcOrd="0" destOrd="0" presId="urn:microsoft.com/office/officeart/2018/2/layout/IconLabelList"/>
    <dgm:cxn modelId="{A50E1083-F203-41B1-A978-E80D740050EB}" type="presParOf" srcId="{239BAF78-698F-4AFB-B2E1-5C3C6E417E6E}" destId="{4F5F7453-B872-41EE-B631-6646DAAFB131}" srcOrd="1" destOrd="0" presId="urn:microsoft.com/office/officeart/2018/2/layout/IconLabelList"/>
    <dgm:cxn modelId="{8EDD16A4-A7B0-4E7B-A372-23803EC080C2}" type="presParOf" srcId="{239BAF78-698F-4AFB-B2E1-5C3C6E417E6E}" destId="{99AA9DC6-6A6E-4790-954C-397306C921E3}" srcOrd="2" destOrd="0" presId="urn:microsoft.com/office/officeart/2018/2/layout/IconLabelList"/>
    <dgm:cxn modelId="{DFCB6CEC-5D88-4BCA-B187-F1B44577B048}" type="presParOf" srcId="{75F52126-4847-4DE8-9CB9-5156E20E2491}" destId="{86A4E2CD-59A4-4199-9003-EB4395AB6461}" srcOrd="3" destOrd="0" presId="urn:microsoft.com/office/officeart/2018/2/layout/IconLabelList"/>
    <dgm:cxn modelId="{C6204A5A-8AB9-477A-B4E0-07BDEA2C9612}" type="presParOf" srcId="{75F52126-4847-4DE8-9CB9-5156E20E2491}" destId="{62DC6E77-E377-44EB-B66E-11FE0DB8479B}" srcOrd="4" destOrd="0" presId="urn:microsoft.com/office/officeart/2018/2/layout/IconLabelList"/>
    <dgm:cxn modelId="{073DFAFC-565E-45B1-86E1-3152534B38FC}" type="presParOf" srcId="{62DC6E77-E377-44EB-B66E-11FE0DB8479B}" destId="{08C08EF7-088C-4DDD-B812-35A237FCC1DE}" srcOrd="0" destOrd="0" presId="urn:microsoft.com/office/officeart/2018/2/layout/IconLabelList"/>
    <dgm:cxn modelId="{F7EB8DD5-F548-42F6-9A97-7E4C20EB6079}" type="presParOf" srcId="{62DC6E77-E377-44EB-B66E-11FE0DB8479B}" destId="{EFC04782-957F-426C-AF6B-0628F68A5651}" srcOrd="1" destOrd="0" presId="urn:microsoft.com/office/officeart/2018/2/layout/IconLabelList"/>
    <dgm:cxn modelId="{CAEEDE72-8308-44E5-A478-D5FE44E69CD8}" type="presParOf" srcId="{62DC6E77-E377-44EB-B66E-11FE0DB8479B}" destId="{6BDEA190-EE46-4A1D-AAB2-692348616021}" srcOrd="2" destOrd="0" presId="urn:microsoft.com/office/officeart/2018/2/layout/IconLabelList"/>
    <dgm:cxn modelId="{3EBCD06B-B0F9-43DC-AD70-A844B7A2E9E1}" type="presParOf" srcId="{75F52126-4847-4DE8-9CB9-5156E20E2491}" destId="{E21E9ACE-B70D-4A8B-B149-BF1D7EA524E9}" srcOrd="5" destOrd="0" presId="urn:microsoft.com/office/officeart/2018/2/layout/IconLabelList"/>
    <dgm:cxn modelId="{350B928D-6820-4A5E-B539-603E376A2BF4}" type="presParOf" srcId="{75F52126-4847-4DE8-9CB9-5156E20E2491}" destId="{B1A7705B-1541-4CD7-95A9-0B90F3D6FEBE}" srcOrd="6" destOrd="0" presId="urn:microsoft.com/office/officeart/2018/2/layout/IconLabelList"/>
    <dgm:cxn modelId="{B7408721-0D16-468C-8F1D-B9DE1FB21B12}" type="presParOf" srcId="{B1A7705B-1541-4CD7-95A9-0B90F3D6FEBE}" destId="{E6638CA7-C084-453B-9FC9-D241589D777A}" srcOrd="0" destOrd="0" presId="urn:microsoft.com/office/officeart/2018/2/layout/IconLabelList"/>
    <dgm:cxn modelId="{2C06C66E-F3F7-49D5-A0A8-04FD3EA1047B}" type="presParOf" srcId="{B1A7705B-1541-4CD7-95A9-0B90F3D6FEBE}" destId="{740FB760-6C0A-4EC4-AE14-D616BAB29B4F}" srcOrd="1" destOrd="0" presId="urn:microsoft.com/office/officeart/2018/2/layout/IconLabelList"/>
    <dgm:cxn modelId="{B238A424-0426-4E04-8CD8-C942B00962D2}" type="presParOf" srcId="{B1A7705B-1541-4CD7-95A9-0B90F3D6FEBE}" destId="{4AE08E6C-DF64-46D3-B73D-0E6345A8170B}" srcOrd="2" destOrd="0" presId="urn:microsoft.com/office/officeart/2018/2/layout/IconLabelList"/>
    <dgm:cxn modelId="{F88DB149-AAA8-49B2-8702-F5B27C556587}" type="presParOf" srcId="{75F52126-4847-4DE8-9CB9-5156E20E2491}" destId="{1FB50907-5EF2-4C04-B7B8-33C89DD4909C}" srcOrd="7" destOrd="0" presId="urn:microsoft.com/office/officeart/2018/2/layout/IconLabelList"/>
    <dgm:cxn modelId="{762A8F14-04FF-4A2B-AFA5-B7F4D48F5C3A}" type="presParOf" srcId="{75F52126-4847-4DE8-9CB9-5156E20E2491}" destId="{9B9F5B55-0C0F-42DE-B1A4-C78E876DDDC8}" srcOrd="8" destOrd="0" presId="urn:microsoft.com/office/officeart/2018/2/layout/IconLabelList"/>
    <dgm:cxn modelId="{36003D01-52DF-4FD6-B567-71DADE6020F6}" type="presParOf" srcId="{9B9F5B55-0C0F-42DE-B1A4-C78E876DDDC8}" destId="{CC4A2B2F-BC95-4DCE-99BC-78EC1679734C}" srcOrd="0" destOrd="0" presId="urn:microsoft.com/office/officeart/2018/2/layout/IconLabelList"/>
    <dgm:cxn modelId="{8DFFA50F-7582-431F-9B74-16A01B554996}" type="presParOf" srcId="{9B9F5B55-0C0F-42DE-B1A4-C78E876DDDC8}" destId="{7AECC1D3-9CAA-42C3-A18B-858453D2F34C}" srcOrd="1" destOrd="0" presId="urn:microsoft.com/office/officeart/2018/2/layout/IconLabelList"/>
    <dgm:cxn modelId="{B627338B-0BF0-45F0-B13A-BC2117E06DA6}" type="presParOf" srcId="{9B9F5B55-0C0F-42DE-B1A4-C78E876DDDC8}" destId="{57988655-1D4C-4DED-8075-73A8F9832360}" srcOrd="2" destOrd="0" presId="urn:microsoft.com/office/officeart/2018/2/layout/IconLabelList"/>
    <dgm:cxn modelId="{FD658DFA-B7D3-4DF2-A22B-088463928A72}" type="presParOf" srcId="{75F52126-4847-4DE8-9CB9-5156E20E2491}" destId="{7BAC5848-9FF1-46B3-835C-93EC4EBDAC24}" srcOrd="9" destOrd="0" presId="urn:microsoft.com/office/officeart/2018/2/layout/IconLabelList"/>
    <dgm:cxn modelId="{2C7F8CA8-7B34-4B62-874C-A31D0ABC53FE}" type="presParOf" srcId="{75F52126-4847-4DE8-9CB9-5156E20E2491}" destId="{31546A61-0EF0-4701-9C5C-4A7D67578DCF}" srcOrd="10" destOrd="0" presId="urn:microsoft.com/office/officeart/2018/2/layout/IconLabelList"/>
    <dgm:cxn modelId="{40B0F53F-178E-42A5-BA5C-B77EF68D0099}" type="presParOf" srcId="{31546A61-0EF0-4701-9C5C-4A7D67578DCF}" destId="{A5B23BEE-A29E-4185-81E0-0DAFF2898CA5}" srcOrd="0" destOrd="0" presId="urn:microsoft.com/office/officeart/2018/2/layout/IconLabelList"/>
    <dgm:cxn modelId="{28E600B0-33F3-44A4-9809-2731B5A348F4}" type="presParOf" srcId="{31546A61-0EF0-4701-9C5C-4A7D67578DCF}" destId="{E3843E4B-3F6E-48CE-8F8C-A042A626E3E1}" srcOrd="1" destOrd="0" presId="urn:microsoft.com/office/officeart/2018/2/layout/IconLabelList"/>
    <dgm:cxn modelId="{88BBD4A6-F318-4E06-8B62-3F4C25772FE1}" type="presParOf" srcId="{31546A61-0EF0-4701-9C5C-4A7D67578DCF}" destId="{9476E9E4-8698-4721-8E84-B28E9AFF472D}" srcOrd="2" destOrd="0" presId="urn:microsoft.com/office/officeart/2018/2/layout/IconLabelList"/>
    <dgm:cxn modelId="{2B145783-27E0-4D9B-9A5D-948F1443B9B5}" type="presParOf" srcId="{75F52126-4847-4DE8-9CB9-5156E20E2491}" destId="{E6C74DA4-5A8F-4CFE-9F71-A9920861636D}" srcOrd="11" destOrd="0" presId="urn:microsoft.com/office/officeart/2018/2/layout/IconLabelList"/>
    <dgm:cxn modelId="{8A0D9A0D-480D-4CF0-9163-B575E17F8681}" type="presParOf" srcId="{75F52126-4847-4DE8-9CB9-5156E20E2491}" destId="{84BEE6E0-2DA7-4FDA-85D5-43DCA190BE7E}" srcOrd="12" destOrd="0" presId="urn:microsoft.com/office/officeart/2018/2/layout/IconLabelList"/>
    <dgm:cxn modelId="{C1B35AC5-72FE-4F7C-8E83-4A927A3A4214}" type="presParOf" srcId="{84BEE6E0-2DA7-4FDA-85D5-43DCA190BE7E}" destId="{C5158724-C6BC-4059-AE8B-56A8DB9A92A8}" srcOrd="0" destOrd="0" presId="urn:microsoft.com/office/officeart/2018/2/layout/IconLabelList"/>
    <dgm:cxn modelId="{861AD299-47C5-4DDC-A219-31BC053C3F89}" type="presParOf" srcId="{84BEE6E0-2DA7-4FDA-85D5-43DCA190BE7E}" destId="{05EDE4DA-58E7-463D-BC3C-D4CFC05D6A83}" srcOrd="1" destOrd="0" presId="urn:microsoft.com/office/officeart/2018/2/layout/IconLabelList"/>
    <dgm:cxn modelId="{48FC3C2B-D1A7-4950-85F1-0C8B1D261C69}" type="presParOf" srcId="{84BEE6E0-2DA7-4FDA-85D5-43DCA190BE7E}" destId="{BCD3920D-ACDD-48A6-A5F2-A79D13763295}"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AD072D4-463F-49BA-8E23-62BD4B2271AB}" type="doc">
      <dgm:prSet loTypeId="urn:microsoft.com/office/officeart/2018/5/layout/IconLeafLabelList" loCatId="icon" qsTypeId="urn:microsoft.com/office/officeart/2005/8/quickstyle/simple1" qsCatId="simple" csTypeId="urn:microsoft.com/office/officeart/2005/8/colors/accent1_2" csCatId="accent1" phldr="1"/>
      <dgm:spPr/>
      <dgm:t>
        <a:bodyPr/>
        <a:lstStyle/>
        <a:p>
          <a:endParaRPr lang="en-US"/>
        </a:p>
      </dgm:t>
    </dgm:pt>
    <dgm:pt modelId="{96097F83-CABE-4EAE-9DF6-3D60E3BB1C1D}">
      <dgm:prSet/>
      <dgm:spPr/>
      <dgm:t>
        <a:bodyPr/>
        <a:lstStyle/>
        <a:p>
          <a:pPr>
            <a:lnSpc>
              <a:spcPct val="100000"/>
            </a:lnSpc>
            <a:defRPr cap="all"/>
          </a:pPr>
          <a:r>
            <a:rPr lang="en-US" dirty="0"/>
            <a:t>Samukelo Jili</a:t>
          </a:r>
        </a:p>
        <a:p>
          <a:pPr>
            <a:lnSpc>
              <a:spcPct val="100000"/>
            </a:lnSpc>
            <a:defRPr cap="all"/>
          </a:pPr>
          <a:r>
            <a:rPr lang="en-US" dirty="0"/>
            <a:t>225004064</a:t>
          </a:r>
        </a:p>
      </dgm:t>
    </dgm:pt>
    <dgm:pt modelId="{506B5AC0-2CFF-4B4E-8775-E2E1E286C575}" type="parTrans" cxnId="{C0F45DC4-6654-4220-9F2D-E70CCAD07182}">
      <dgm:prSet/>
      <dgm:spPr/>
      <dgm:t>
        <a:bodyPr/>
        <a:lstStyle/>
        <a:p>
          <a:endParaRPr lang="en-US"/>
        </a:p>
      </dgm:t>
    </dgm:pt>
    <dgm:pt modelId="{9BE0ACA6-7D5E-488B-932A-4BCED145F115}" type="sibTrans" cxnId="{C0F45DC4-6654-4220-9F2D-E70CCAD07182}">
      <dgm:prSet/>
      <dgm:spPr/>
      <dgm:t>
        <a:bodyPr/>
        <a:lstStyle/>
        <a:p>
          <a:pPr>
            <a:lnSpc>
              <a:spcPct val="100000"/>
            </a:lnSpc>
          </a:pPr>
          <a:endParaRPr lang="en-US"/>
        </a:p>
      </dgm:t>
    </dgm:pt>
    <dgm:pt modelId="{C30C488A-BB21-4058-817A-F6054D72D85A}">
      <dgm:prSet/>
      <dgm:spPr/>
      <dgm:t>
        <a:bodyPr/>
        <a:lstStyle/>
        <a:p>
          <a:pPr>
            <a:lnSpc>
              <a:spcPct val="100000"/>
            </a:lnSpc>
            <a:defRPr cap="all"/>
          </a:pPr>
          <a:r>
            <a:rPr lang="en-US" dirty="0" err="1"/>
            <a:t>Siyavuya</a:t>
          </a:r>
          <a:r>
            <a:rPr lang="en-US" dirty="0"/>
            <a:t> Mkhize</a:t>
          </a:r>
        </a:p>
        <a:p>
          <a:pPr>
            <a:lnSpc>
              <a:spcPct val="100000"/>
            </a:lnSpc>
            <a:defRPr cap="all"/>
          </a:pPr>
          <a:r>
            <a:rPr lang="en-US" dirty="0"/>
            <a:t>225110145</a:t>
          </a:r>
        </a:p>
      </dgm:t>
    </dgm:pt>
    <dgm:pt modelId="{66FA4006-9C9B-4383-B4AB-7FC751B18BDE}" type="parTrans" cxnId="{366A4FC1-3E30-4B6D-8974-21BEAEC3B6BF}">
      <dgm:prSet/>
      <dgm:spPr/>
      <dgm:t>
        <a:bodyPr/>
        <a:lstStyle/>
        <a:p>
          <a:endParaRPr lang="en-US"/>
        </a:p>
      </dgm:t>
    </dgm:pt>
    <dgm:pt modelId="{D101B1BF-B36B-4ACE-99D6-43FEFEC5B30B}" type="sibTrans" cxnId="{366A4FC1-3E30-4B6D-8974-21BEAEC3B6BF}">
      <dgm:prSet/>
      <dgm:spPr/>
      <dgm:t>
        <a:bodyPr/>
        <a:lstStyle/>
        <a:p>
          <a:pPr>
            <a:lnSpc>
              <a:spcPct val="100000"/>
            </a:lnSpc>
          </a:pPr>
          <a:endParaRPr lang="en-US"/>
        </a:p>
      </dgm:t>
    </dgm:pt>
    <dgm:pt modelId="{E155E633-83C1-406F-8B0F-999E0FD50633}">
      <dgm:prSet/>
      <dgm:spPr/>
      <dgm:t>
        <a:bodyPr/>
        <a:lstStyle/>
        <a:p>
          <a:pPr>
            <a:lnSpc>
              <a:spcPct val="100000"/>
            </a:lnSpc>
            <a:defRPr cap="all"/>
          </a:pPr>
          <a:r>
            <a:rPr lang="en-US" dirty="0" err="1"/>
            <a:t>Sphumelele</a:t>
          </a:r>
          <a:r>
            <a:rPr lang="en-US" dirty="0"/>
            <a:t> Ngidi</a:t>
          </a:r>
        </a:p>
        <a:p>
          <a:pPr>
            <a:lnSpc>
              <a:spcPct val="100000"/>
            </a:lnSpc>
            <a:defRPr cap="all"/>
          </a:pPr>
          <a:r>
            <a:rPr lang="en-US" dirty="0"/>
            <a:t>225006095</a:t>
          </a:r>
        </a:p>
      </dgm:t>
    </dgm:pt>
    <dgm:pt modelId="{E5467531-CF6C-4718-955E-5015A8F34626}" type="parTrans" cxnId="{31835FEE-59F3-4B98-8A8E-5AB90AB0A939}">
      <dgm:prSet/>
      <dgm:spPr/>
      <dgm:t>
        <a:bodyPr/>
        <a:lstStyle/>
        <a:p>
          <a:endParaRPr lang="en-US"/>
        </a:p>
      </dgm:t>
    </dgm:pt>
    <dgm:pt modelId="{3AF24F17-8E5B-4F0B-A34A-380A70465082}" type="sibTrans" cxnId="{31835FEE-59F3-4B98-8A8E-5AB90AB0A939}">
      <dgm:prSet/>
      <dgm:spPr/>
      <dgm:t>
        <a:bodyPr/>
        <a:lstStyle/>
        <a:p>
          <a:pPr>
            <a:lnSpc>
              <a:spcPct val="100000"/>
            </a:lnSpc>
          </a:pPr>
          <a:endParaRPr lang="en-US"/>
        </a:p>
      </dgm:t>
    </dgm:pt>
    <dgm:pt modelId="{EA8C842B-BF8E-4C19-B596-BC78141EBD05}">
      <dgm:prSet/>
      <dgm:spPr/>
      <dgm:t>
        <a:bodyPr/>
        <a:lstStyle/>
        <a:p>
          <a:pPr>
            <a:lnSpc>
              <a:spcPct val="100000"/>
            </a:lnSpc>
            <a:defRPr cap="all"/>
          </a:pPr>
          <a:r>
            <a:rPr lang="en-US" dirty="0"/>
            <a:t>Lihle Nkomo</a:t>
          </a:r>
        </a:p>
        <a:p>
          <a:pPr>
            <a:lnSpc>
              <a:spcPct val="100000"/>
            </a:lnSpc>
            <a:defRPr cap="all"/>
          </a:pPr>
          <a:r>
            <a:rPr lang="en-US" dirty="0"/>
            <a:t>225163975</a:t>
          </a:r>
        </a:p>
      </dgm:t>
    </dgm:pt>
    <dgm:pt modelId="{9C990910-617A-4BF4-B2E2-DD5F0068ACB8}" type="parTrans" cxnId="{304F2E3C-F95D-44AD-A342-A80B8387E02D}">
      <dgm:prSet/>
      <dgm:spPr/>
      <dgm:t>
        <a:bodyPr/>
        <a:lstStyle/>
        <a:p>
          <a:endParaRPr lang="en-US"/>
        </a:p>
      </dgm:t>
    </dgm:pt>
    <dgm:pt modelId="{A28FBA9A-C837-4FB2-81C5-24B89611ABF9}" type="sibTrans" cxnId="{304F2E3C-F95D-44AD-A342-A80B8387E02D}">
      <dgm:prSet/>
      <dgm:spPr/>
      <dgm:t>
        <a:bodyPr/>
        <a:lstStyle/>
        <a:p>
          <a:pPr>
            <a:lnSpc>
              <a:spcPct val="100000"/>
            </a:lnSpc>
          </a:pPr>
          <a:endParaRPr lang="en-US"/>
        </a:p>
      </dgm:t>
    </dgm:pt>
    <dgm:pt modelId="{4E88309D-0ADF-4226-ABE7-727A9AC1CC9C}">
      <dgm:prSet/>
      <dgm:spPr/>
      <dgm:t>
        <a:bodyPr/>
        <a:lstStyle/>
        <a:p>
          <a:pPr>
            <a:lnSpc>
              <a:spcPct val="100000"/>
            </a:lnSpc>
            <a:defRPr cap="all"/>
          </a:pPr>
          <a:r>
            <a:rPr lang="en-US" dirty="0"/>
            <a:t>Wandile Zuke</a:t>
          </a:r>
        </a:p>
        <a:p>
          <a:pPr>
            <a:lnSpc>
              <a:spcPct val="100000"/>
            </a:lnSpc>
            <a:defRPr cap="all"/>
          </a:pPr>
          <a:r>
            <a:rPr lang="en-US" dirty="0"/>
            <a:t>225024142</a:t>
          </a:r>
        </a:p>
      </dgm:t>
    </dgm:pt>
    <dgm:pt modelId="{18109133-7BC2-49A0-A511-93AB392C0D2A}" type="parTrans" cxnId="{7D71EF34-3CE9-475E-927C-E37A92F6668A}">
      <dgm:prSet/>
      <dgm:spPr/>
      <dgm:t>
        <a:bodyPr/>
        <a:lstStyle/>
        <a:p>
          <a:endParaRPr lang="en-US"/>
        </a:p>
      </dgm:t>
    </dgm:pt>
    <dgm:pt modelId="{DDF6EAA5-D181-46E0-9436-4DAA3727E774}" type="sibTrans" cxnId="{7D71EF34-3CE9-475E-927C-E37A92F6668A}">
      <dgm:prSet/>
      <dgm:spPr/>
      <dgm:t>
        <a:bodyPr/>
        <a:lstStyle/>
        <a:p>
          <a:endParaRPr lang="en-US"/>
        </a:p>
      </dgm:t>
    </dgm:pt>
    <dgm:pt modelId="{9B2CA698-BE86-408D-9F80-D3E6DDE3D31E}" type="pres">
      <dgm:prSet presAssocID="{7AD072D4-463F-49BA-8E23-62BD4B2271AB}" presName="root" presStyleCnt="0">
        <dgm:presLayoutVars>
          <dgm:dir/>
          <dgm:resizeHandles val="exact"/>
        </dgm:presLayoutVars>
      </dgm:prSet>
      <dgm:spPr/>
    </dgm:pt>
    <dgm:pt modelId="{45FC5F60-A131-423E-9C63-DE93E7F39C0D}" type="pres">
      <dgm:prSet presAssocID="{96097F83-CABE-4EAE-9DF6-3D60E3BB1C1D}" presName="compNode" presStyleCnt="0"/>
      <dgm:spPr/>
    </dgm:pt>
    <dgm:pt modelId="{E01C7D6F-3409-42FA-8815-5C71D21A14AA}" type="pres">
      <dgm:prSet presAssocID="{96097F83-CABE-4EAE-9DF6-3D60E3BB1C1D}" presName="iconBgRect" presStyleLbl="bgShp" presStyleIdx="0" presStyleCnt="5"/>
      <dgm:spPr>
        <a:prstGeom prst="round2DiagRect">
          <a:avLst>
            <a:gd name="adj1" fmla="val 29727"/>
            <a:gd name="adj2" fmla="val 0"/>
          </a:avLst>
        </a:prstGeom>
      </dgm:spPr>
    </dgm:pt>
    <dgm:pt modelId="{F853FD37-B03F-4F07-B39D-DCBDC9B911BF}" type="pres">
      <dgm:prSet presAssocID="{96097F83-CABE-4EAE-9DF6-3D60E3BB1C1D}"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User"/>
        </a:ext>
      </dgm:extLst>
    </dgm:pt>
    <dgm:pt modelId="{48A4785B-2C2F-40BA-94C0-2C21860A3FA6}" type="pres">
      <dgm:prSet presAssocID="{96097F83-CABE-4EAE-9DF6-3D60E3BB1C1D}" presName="spaceRect" presStyleCnt="0"/>
      <dgm:spPr/>
    </dgm:pt>
    <dgm:pt modelId="{4BDCB59F-14A2-4AE5-ADB5-6ADB71429642}" type="pres">
      <dgm:prSet presAssocID="{96097F83-CABE-4EAE-9DF6-3D60E3BB1C1D}" presName="textRect" presStyleLbl="revTx" presStyleIdx="0" presStyleCnt="5">
        <dgm:presLayoutVars>
          <dgm:chMax val="1"/>
          <dgm:chPref val="1"/>
        </dgm:presLayoutVars>
      </dgm:prSet>
      <dgm:spPr/>
    </dgm:pt>
    <dgm:pt modelId="{80E74D9D-59AE-4ECE-8F39-09B9151600EA}" type="pres">
      <dgm:prSet presAssocID="{9BE0ACA6-7D5E-488B-932A-4BCED145F115}" presName="sibTrans" presStyleCnt="0"/>
      <dgm:spPr/>
    </dgm:pt>
    <dgm:pt modelId="{A3496224-5D40-4ED7-BC6F-DCB8210A3EE7}" type="pres">
      <dgm:prSet presAssocID="{C30C488A-BB21-4058-817A-F6054D72D85A}" presName="compNode" presStyleCnt="0"/>
      <dgm:spPr/>
    </dgm:pt>
    <dgm:pt modelId="{FE661554-0C39-4E94-B1A1-939A8E6794F8}" type="pres">
      <dgm:prSet presAssocID="{C30C488A-BB21-4058-817A-F6054D72D85A}" presName="iconBgRect" presStyleLbl="bgShp" presStyleIdx="1" presStyleCnt="5"/>
      <dgm:spPr>
        <a:prstGeom prst="round2DiagRect">
          <a:avLst>
            <a:gd name="adj1" fmla="val 29727"/>
            <a:gd name="adj2" fmla="val 0"/>
          </a:avLst>
        </a:prstGeom>
      </dgm:spPr>
    </dgm:pt>
    <dgm:pt modelId="{ECA350C3-6DDB-414A-8CEB-A14FFB8DB723}" type="pres">
      <dgm:prSet presAssocID="{C30C488A-BB21-4058-817A-F6054D72D85A}" presName="iconRect" presStyleLbl="node1" presStyleIdx="1" presStyleCnt="5"/>
      <dgm:spPr>
        <a:blipFill rotWithShape="1">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rcRect/>
          <a:stretch>
            <a:fillRect/>
          </a:stretch>
        </a:blipFill>
      </dgm:spPr>
      <dgm:extLst>
        <a:ext uri="{E40237B7-FDA0-4F09-8148-C483321AD2D9}">
          <dgm14:cNvPr xmlns:dgm14="http://schemas.microsoft.com/office/drawing/2010/diagram" id="0" name="" descr="Web Design"/>
        </a:ext>
      </dgm:extLst>
    </dgm:pt>
    <dgm:pt modelId="{8A133C2C-50D7-4CD3-BE68-B65AD177BC0D}" type="pres">
      <dgm:prSet presAssocID="{C30C488A-BB21-4058-817A-F6054D72D85A}" presName="spaceRect" presStyleCnt="0"/>
      <dgm:spPr/>
    </dgm:pt>
    <dgm:pt modelId="{A227311A-9D3B-49FF-A35A-45C24FEA3CE1}" type="pres">
      <dgm:prSet presAssocID="{C30C488A-BB21-4058-817A-F6054D72D85A}" presName="textRect" presStyleLbl="revTx" presStyleIdx="1" presStyleCnt="5">
        <dgm:presLayoutVars>
          <dgm:chMax val="1"/>
          <dgm:chPref val="1"/>
        </dgm:presLayoutVars>
      </dgm:prSet>
      <dgm:spPr/>
    </dgm:pt>
    <dgm:pt modelId="{4769932B-EA54-4349-9202-564298689338}" type="pres">
      <dgm:prSet presAssocID="{D101B1BF-B36B-4ACE-99D6-43FEFEC5B30B}" presName="sibTrans" presStyleCnt="0"/>
      <dgm:spPr/>
    </dgm:pt>
    <dgm:pt modelId="{F729D620-0127-4946-91F5-5EAEFBC24CC3}" type="pres">
      <dgm:prSet presAssocID="{E155E633-83C1-406F-8B0F-999E0FD50633}" presName="compNode" presStyleCnt="0"/>
      <dgm:spPr/>
    </dgm:pt>
    <dgm:pt modelId="{664EED4E-7B15-4348-B0F3-CC8C1B1D4BE8}" type="pres">
      <dgm:prSet presAssocID="{E155E633-83C1-406F-8B0F-999E0FD50633}" presName="iconBgRect" presStyleLbl="bgShp" presStyleIdx="2" presStyleCnt="5"/>
      <dgm:spPr>
        <a:prstGeom prst="round2DiagRect">
          <a:avLst>
            <a:gd name="adj1" fmla="val 29727"/>
            <a:gd name="adj2" fmla="val 0"/>
          </a:avLst>
        </a:prstGeom>
      </dgm:spPr>
    </dgm:pt>
    <dgm:pt modelId="{3642393F-4B03-4442-958F-429562C5EE61}" type="pres">
      <dgm:prSet presAssocID="{E155E633-83C1-406F-8B0F-999E0FD50633}" presName="iconRect" presStyleLbl="node1" presStyleIdx="2" presStyleCnt="5"/>
      <dgm:spPr>
        <a:blipFill rotWithShape="1">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rcRect/>
          <a:stretch>
            <a:fillRect/>
          </a:stretch>
        </a:blipFill>
      </dgm:spPr>
      <dgm:extLst>
        <a:ext uri="{E40237B7-FDA0-4F09-8148-C483321AD2D9}">
          <dgm14:cNvPr xmlns:dgm14="http://schemas.microsoft.com/office/drawing/2010/diagram" id="0" name="" descr="Laptop"/>
        </a:ext>
      </dgm:extLst>
    </dgm:pt>
    <dgm:pt modelId="{6DF6D321-DD40-4D11-916F-A1A6C916B5C4}" type="pres">
      <dgm:prSet presAssocID="{E155E633-83C1-406F-8B0F-999E0FD50633}" presName="spaceRect" presStyleCnt="0"/>
      <dgm:spPr/>
    </dgm:pt>
    <dgm:pt modelId="{343B9CF2-FB47-45D4-AB7C-BC503EEFA75B}" type="pres">
      <dgm:prSet presAssocID="{E155E633-83C1-406F-8B0F-999E0FD50633}" presName="textRect" presStyleLbl="revTx" presStyleIdx="2" presStyleCnt="5">
        <dgm:presLayoutVars>
          <dgm:chMax val="1"/>
          <dgm:chPref val="1"/>
        </dgm:presLayoutVars>
      </dgm:prSet>
      <dgm:spPr/>
    </dgm:pt>
    <dgm:pt modelId="{F8A08F6D-0DE2-4BD2-84D9-213B6CD148F4}" type="pres">
      <dgm:prSet presAssocID="{3AF24F17-8E5B-4F0B-A34A-380A70465082}" presName="sibTrans" presStyleCnt="0"/>
      <dgm:spPr/>
    </dgm:pt>
    <dgm:pt modelId="{279885BF-C209-4C80-A206-6D395765E8E4}" type="pres">
      <dgm:prSet presAssocID="{EA8C842B-BF8E-4C19-B596-BC78141EBD05}" presName="compNode" presStyleCnt="0"/>
      <dgm:spPr/>
    </dgm:pt>
    <dgm:pt modelId="{58FA1A02-002B-4B85-A634-98AC7D5D27E6}" type="pres">
      <dgm:prSet presAssocID="{EA8C842B-BF8E-4C19-B596-BC78141EBD05}" presName="iconBgRect" presStyleLbl="bgShp" presStyleIdx="3" presStyleCnt="5"/>
      <dgm:spPr>
        <a:prstGeom prst="round2DiagRect">
          <a:avLst>
            <a:gd name="adj1" fmla="val 29727"/>
            <a:gd name="adj2" fmla="val 0"/>
          </a:avLst>
        </a:prstGeom>
      </dgm:spPr>
    </dgm:pt>
    <dgm:pt modelId="{42412D80-15B4-4BD1-A584-1745D761DD6A}" type="pres">
      <dgm:prSet presAssocID="{EA8C842B-BF8E-4C19-B596-BC78141EBD05}" presName="iconRect" presStyleLbl="node1" presStyleIdx="3" presStyleCnt="5"/>
      <dgm:spPr>
        <a:blipFill rotWithShape="1">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rcRect/>
          <a:stretch>
            <a:fillRect/>
          </a:stretch>
        </a:blipFill>
      </dgm:spPr>
      <dgm:extLst>
        <a:ext uri="{E40237B7-FDA0-4F09-8148-C483321AD2D9}">
          <dgm14:cNvPr xmlns:dgm14="http://schemas.microsoft.com/office/drawing/2010/diagram" id="0" name="" descr="Database"/>
        </a:ext>
      </dgm:extLst>
    </dgm:pt>
    <dgm:pt modelId="{AF535C71-5A71-4658-9C84-928525BA8A6A}" type="pres">
      <dgm:prSet presAssocID="{EA8C842B-BF8E-4C19-B596-BC78141EBD05}" presName="spaceRect" presStyleCnt="0"/>
      <dgm:spPr/>
    </dgm:pt>
    <dgm:pt modelId="{88FB515D-A1F5-445F-9D1E-1BD9333733B8}" type="pres">
      <dgm:prSet presAssocID="{EA8C842B-BF8E-4C19-B596-BC78141EBD05}" presName="textRect" presStyleLbl="revTx" presStyleIdx="3" presStyleCnt="5">
        <dgm:presLayoutVars>
          <dgm:chMax val="1"/>
          <dgm:chPref val="1"/>
        </dgm:presLayoutVars>
      </dgm:prSet>
      <dgm:spPr/>
    </dgm:pt>
    <dgm:pt modelId="{BF56A481-B308-416F-A3B4-CB9AFAC8D8CA}" type="pres">
      <dgm:prSet presAssocID="{A28FBA9A-C837-4FB2-81C5-24B89611ABF9}" presName="sibTrans" presStyleCnt="0"/>
      <dgm:spPr/>
    </dgm:pt>
    <dgm:pt modelId="{7084E485-D6EF-4F76-9F2F-46F7AA58A5D6}" type="pres">
      <dgm:prSet presAssocID="{4E88309D-0ADF-4226-ABE7-727A9AC1CC9C}" presName="compNode" presStyleCnt="0"/>
      <dgm:spPr/>
    </dgm:pt>
    <dgm:pt modelId="{576D1B2D-2EAB-4A98-B11C-ABD3DC66C2A6}" type="pres">
      <dgm:prSet presAssocID="{4E88309D-0ADF-4226-ABE7-727A9AC1CC9C}" presName="iconBgRect" presStyleLbl="bgShp" presStyleIdx="4" presStyleCnt="5"/>
      <dgm:spPr>
        <a:prstGeom prst="round2DiagRect">
          <a:avLst>
            <a:gd name="adj1" fmla="val 29727"/>
            <a:gd name="adj2" fmla="val 0"/>
          </a:avLst>
        </a:prstGeom>
      </dgm:spPr>
    </dgm:pt>
    <dgm:pt modelId="{C776B8F4-80A4-4F7D-B274-376615BE288A}" type="pres">
      <dgm:prSet presAssocID="{4E88309D-0ADF-4226-ABE7-727A9AC1CC9C}" presName="iconRect" presStyleLbl="node1" presStyleIdx="4" presStyleCnt="5"/>
      <dgm:spPr>
        <a:blipFill rotWithShape="1">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rcRect/>
          <a:stretch>
            <a:fillRect/>
          </a:stretch>
        </a:blipFill>
      </dgm:spPr>
      <dgm:extLst>
        <a:ext uri="{E40237B7-FDA0-4F09-8148-C483321AD2D9}">
          <dgm14:cNvPr xmlns:dgm14="http://schemas.microsoft.com/office/drawing/2010/diagram" id="0" name="" descr="Processor"/>
        </a:ext>
      </dgm:extLst>
    </dgm:pt>
    <dgm:pt modelId="{95E1A5C2-BF2F-43B2-AB95-172ED6A8BB61}" type="pres">
      <dgm:prSet presAssocID="{4E88309D-0ADF-4226-ABE7-727A9AC1CC9C}" presName="spaceRect" presStyleCnt="0"/>
      <dgm:spPr/>
    </dgm:pt>
    <dgm:pt modelId="{41CDCB0D-500D-44AC-9BE2-869FF8D1F015}" type="pres">
      <dgm:prSet presAssocID="{4E88309D-0ADF-4226-ABE7-727A9AC1CC9C}" presName="textRect" presStyleLbl="revTx" presStyleIdx="4" presStyleCnt="5">
        <dgm:presLayoutVars>
          <dgm:chMax val="1"/>
          <dgm:chPref val="1"/>
        </dgm:presLayoutVars>
      </dgm:prSet>
      <dgm:spPr/>
    </dgm:pt>
  </dgm:ptLst>
  <dgm:cxnLst>
    <dgm:cxn modelId="{7D71EF34-3CE9-475E-927C-E37A92F6668A}" srcId="{7AD072D4-463F-49BA-8E23-62BD4B2271AB}" destId="{4E88309D-0ADF-4226-ABE7-727A9AC1CC9C}" srcOrd="4" destOrd="0" parTransId="{18109133-7BC2-49A0-A511-93AB392C0D2A}" sibTransId="{DDF6EAA5-D181-46E0-9436-4DAA3727E774}"/>
    <dgm:cxn modelId="{12535338-FA38-4578-A4BF-363BEC91951F}" type="presOf" srcId="{96097F83-CABE-4EAE-9DF6-3D60E3BB1C1D}" destId="{4BDCB59F-14A2-4AE5-ADB5-6ADB71429642}" srcOrd="0" destOrd="0" presId="urn:microsoft.com/office/officeart/2018/5/layout/IconLeafLabelList"/>
    <dgm:cxn modelId="{304F2E3C-F95D-44AD-A342-A80B8387E02D}" srcId="{7AD072D4-463F-49BA-8E23-62BD4B2271AB}" destId="{EA8C842B-BF8E-4C19-B596-BC78141EBD05}" srcOrd="3" destOrd="0" parTransId="{9C990910-617A-4BF4-B2E2-DD5F0068ACB8}" sibTransId="{A28FBA9A-C837-4FB2-81C5-24B89611ABF9}"/>
    <dgm:cxn modelId="{73959967-4A7F-4DB1-8B61-94B16923A479}" type="presOf" srcId="{7AD072D4-463F-49BA-8E23-62BD4B2271AB}" destId="{9B2CA698-BE86-408D-9F80-D3E6DDE3D31E}" srcOrd="0" destOrd="0" presId="urn:microsoft.com/office/officeart/2018/5/layout/IconLeafLabelList"/>
    <dgm:cxn modelId="{C9A89453-0EB0-4320-91A8-BD38A24521D8}" type="presOf" srcId="{C30C488A-BB21-4058-817A-F6054D72D85A}" destId="{A227311A-9D3B-49FF-A35A-45C24FEA3CE1}" srcOrd="0" destOrd="0" presId="urn:microsoft.com/office/officeart/2018/5/layout/IconLeafLabelList"/>
    <dgm:cxn modelId="{E1066588-CCFB-46AF-B385-58D790509B60}" type="presOf" srcId="{4E88309D-0ADF-4226-ABE7-727A9AC1CC9C}" destId="{41CDCB0D-500D-44AC-9BE2-869FF8D1F015}" srcOrd="0" destOrd="0" presId="urn:microsoft.com/office/officeart/2018/5/layout/IconLeafLabelList"/>
    <dgm:cxn modelId="{473E43B9-8C8D-4DFB-AECC-DC016F8357EA}" type="presOf" srcId="{E155E633-83C1-406F-8B0F-999E0FD50633}" destId="{343B9CF2-FB47-45D4-AB7C-BC503EEFA75B}" srcOrd="0" destOrd="0" presId="urn:microsoft.com/office/officeart/2018/5/layout/IconLeafLabelList"/>
    <dgm:cxn modelId="{366A4FC1-3E30-4B6D-8974-21BEAEC3B6BF}" srcId="{7AD072D4-463F-49BA-8E23-62BD4B2271AB}" destId="{C30C488A-BB21-4058-817A-F6054D72D85A}" srcOrd="1" destOrd="0" parTransId="{66FA4006-9C9B-4383-B4AB-7FC751B18BDE}" sibTransId="{D101B1BF-B36B-4ACE-99D6-43FEFEC5B30B}"/>
    <dgm:cxn modelId="{C0F45DC4-6654-4220-9F2D-E70CCAD07182}" srcId="{7AD072D4-463F-49BA-8E23-62BD4B2271AB}" destId="{96097F83-CABE-4EAE-9DF6-3D60E3BB1C1D}" srcOrd="0" destOrd="0" parTransId="{506B5AC0-2CFF-4B4E-8775-E2E1E286C575}" sibTransId="{9BE0ACA6-7D5E-488B-932A-4BCED145F115}"/>
    <dgm:cxn modelId="{559817E9-4922-41CF-A40E-8C9D8F199177}" type="presOf" srcId="{EA8C842B-BF8E-4C19-B596-BC78141EBD05}" destId="{88FB515D-A1F5-445F-9D1E-1BD9333733B8}" srcOrd="0" destOrd="0" presId="urn:microsoft.com/office/officeart/2018/5/layout/IconLeafLabelList"/>
    <dgm:cxn modelId="{31835FEE-59F3-4B98-8A8E-5AB90AB0A939}" srcId="{7AD072D4-463F-49BA-8E23-62BD4B2271AB}" destId="{E155E633-83C1-406F-8B0F-999E0FD50633}" srcOrd="2" destOrd="0" parTransId="{E5467531-CF6C-4718-955E-5015A8F34626}" sibTransId="{3AF24F17-8E5B-4F0B-A34A-380A70465082}"/>
    <dgm:cxn modelId="{8DA532BA-CE78-4463-8A9C-C3CC8D2D3238}" type="presParOf" srcId="{9B2CA698-BE86-408D-9F80-D3E6DDE3D31E}" destId="{45FC5F60-A131-423E-9C63-DE93E7F39C0D}" srcOrd="0" destOrd="0" presId="urn:microsoft.com/office/officeart/2018/5/layout/IconLeafLabelList"/>
    <dgm:cxn modelId="{2425AA92-2A22-47C2-B675-D287F0654B72}" type="presParOf" srcId="{45FC5F60-A131-423E-9C63-DE93E7F39C0D}" destId="{E01C7D6F-3409-42FA-8815-5C71D21A14AA}" srcOrd="0" destOrd="0" presId="urn:microsoft.com/office/officeart/2018/5/layout/IconLeafLabelList"/>
    <dgm:cxn modelId="{19F2249E-1078-4EBA-887C-DAFED5B2A52D}" type="presParOf" srcId="{45FC5F60-A131-423E-9C63-DE93E7F39C0D}" destId="{F853FD37-B03F-4F07-B39D-DCBDC9B911BF}" srcOrd="1" destOrd="0" presId="urn:microsoft.com/office/officeart/2018/5/layout/IconLeafLabelList"/>
    <dgm:cxn modelId="{A2CDE452-7A0A-49EE-B7AB-46F392B6F16A}" type="presParOf" srcId="{45FC5F60-A131-423E-9C63-DE93E7F39C0D}" destId="{48A4785B-2C2F-40BA-94C0-2C21860A3FA6}" srcOrd="2" destOrd="0" presId="urn:microsoft.com/office/officeart/2018/5/layout/IconLeafLabelList"/>
    <dgm:cxn modelId="{095D0B11-1DC5-49AE-8114-0FCE423AE092}" type="presParOf" srcId="{45FC5F60-A131-423E-9C63-DE93E7F39C0D}" destId="{4BDCB59F-14A2-4AE5-ADB5-6ADB71429642}" srcOrd="3" destOrd="0" presId="urn:microsoft.com/office/officeart/2018/5/layout/IconLeafLabelList"/>
    <dgm:cxn modelId="{072CEAE7-A08C-4E50-9AD2-C89FAC893ADC}" type="presParOf" srcId="{9B2CA698-BE86-408D-9F80-D3E6DDE3D31E}" destId="{80E74D9D-59AE-4ECE-8F39-09B9151600EA}" srcOrd="1" destOrd="0" presId="urn:microsoft.com/office/officeart/2018/5/layout/IconLeafLabelList"/>
    <dgm:cxn modelId="{ACC642FC-95B5-4BE9-96E4-06378060EA00}" type="presParOf" srcId="{9B2CA698-BE86-408D-9F80-D3E6DDE3D31E}" destId="{A3496224-5D40-4ED7-BC6F-DCB8210A3EE7}" srcOrd="2" destOrd="0" presId="urn:microsoft.com/office/officeart/2018/5/layout/IconLeafLabelList"/>
    <dgm:cxn modelId="{2A49A77B-3977-4F38-9DD9-F6F2C6734E0A}" type="presParOf" srcId="{A3496224-5D40-4ED7-BC6F-DCB8210A3EE7}" destId="{FE661554-0C39-4E94-B1A1-939A8E6794F8}" srcOrd="0" destOrd="0" presId="urn:microsoft.com/office/officeart/2018/5/layout/IconLeafLabelList"/>
    <dgm:cxn modelId="{1017D705-2C9A-42DE-9DE1-5771074EF4DC}" type="presParOf" srcId="{A3496224-5D40-4ED7-BC6F-DCB8210A3EE7}" destId="{ECA350C3-6DDB-414A-8CEB-A14FFB8DB723}" srcOrd="1" destOrd="0" presId="urn:microsoft.com/office/officeart/2018/5/layout/IconLeafLabelList"/>
    <dgm:cxn modelId="{ADB9242F-28A9-40AD-B2E4-EC499142CB23}" type="presParOf" srcId="{A3496224-5D40-4ED7-BC6F-DCB8210A3EE7}" destId="{8A133C2C-50D7-4CD3-BE68-B65AD177BC0D}" srcOrd="2" destOrd="0" presId="urn:microsoft.com/office/officeart/2018/5/layout/IconLeafLabelList"/>
    <dgm:cxn modelId="{110B9E33-1102-4719-B4A5-C2DC21D4B13F}" type="presParOf" srcId="{A3496224-5D40-4ED7-BC6F-DCB8210A3EE7}" destId="{A227311A-9D3B-49FF-A35A-45C24FEA3CE1}" srcOrd="3" destOrd="0" presId="urn:microsoft.com/office/officeart/2018/5/layout/IconLeafLabelList"/>
    <dgm:cxn modelId="{A833F032-5C37-41A6-A9B9-557BA5D23D45}" type="presParOf" srcId="{9B2CA698-BE86-408D-9F80-D3E6DDE3D31E}" destId="{4769932B-EA54-4349-9202-564298689338}" srcOrd="3" destOrd="0" presId="urn:microsoft.com/office/officeart/2018/5/layout/IconLeafLabelList"/>
    <dgm:cxn modelId="{7F835872-6F4D-4794-BE1A-6481B608C092}" type="presParOf" srcId="{9B2CA698-BE86-408D-9F80-D3E6DDE3D31E}" destId="{F729D620-0127-4946-91F5-5EAEFBC24CC3}" srcOrd="4" destOrd="0" presId="urn:microsoft.com/office/officeart/2018/5/layout/IconLeafLabelList"/>
    <dgm:cxn modelId="{1DB2B8D9-71C4-4B43-BAF5-7EA19671BAA0}" type="presParOf" srcId="{F729D620-0127-4946-91F5-5EAEFBC24CC3}" destId="{664EED4E-7B15-4348-B0F3-CC8C1B1D4BE8}" srcOrd="0" destOrd="0" presId="urn:microsoft.com/office/officeart/2018/5/layout/IconLeafLabelList"/>
    <dgm:cxn modelId="{4BF4B67E-7764-46CD-9966-6CECAFF24E88}" type="presParOf" srcId="{F729D620-0127-4946-91F5-5EAEFBC24CC3}" destId="{3642393F-4B03-4442-958F-429562C5EE61}" srcOrd="1" destOrd="0" presId="urn:microsoft.com/office/officeart/2018/5/layout/IconLeafLabelList"/>
    <dgm:cxn modelId="{1640DAA2-75EA-46F9-BC08-CEA83EF8C424}" type="presParOf" srcId="{F729D620-0127-4946-91F5-5EAEFBC24CC3}" destId="{6DF6D321-DD40-4D11-916F-A1A6C916B5C4}" srcOrd="2" destOrd="0" presId="urn:microsoft.com/office/officeart/2018/5/layout/IconLeafLabelList"/>
    <dgm:cxn modelId="{050BA3CB-32FF-45ED-82E1-793CFB63F226}" type="presParOf" srcId="{F729D620-0127-4946-91F5-5EAEFBC24CC3}" destId="{343B9CF2-FB47-45D4-AB7C-BC503EEFA75B}" srcOrd="3" destOrd="0" presId="urn:microsoft.com/office/officeart/2018/5/layout/IconLeafLabelList"/>
    <dgm:cxn modelId="{7FCF4470-ABA8-46FC-AF61-C0BFFD5383BC}" type="presParOf" srcId="{9B2CA698-BE86-408D-9F80-D3E6DDE3D31E}" destId="{F8A08F6D-0DE2-4BD2-84D9-213B6CD148F4}" srcOrd="5" destOrd="0" presId="urn:microsoft.com/office/officeart/2018/5/layout/IconLeafLabelList"/>
    <dgm:cxn modelId="{232E6420-BAB5-461D-BCF1-FC7BF7211D0F}" type="presParOf" srcId="{9B2CA698-BE86-408D-9F80-D3E6DDE3D31E}" destId="{279885BF-C209-4C80-A206-6D395765E8E4}" srcOrd="6" destOrd="0" presId="urn:microsoft.com/office/officeart/2018/5/layout/IconLeafLabelList"/>
    <dgm:cxn modelId="{99F4ABB9-440A-4640-B9DA-C018E47E019C}" type="presParOf" srcId="{279885BF-C209-4C80-A206-6D395765E8E4}" destId="{58FA1A02-002B-4B85-A634-98AC7D5D27E6}" srcOrd="0" destOrd="0" presId="urn:microsoft.com/office/officeart/2018/5/layout/IconLeafLabelList"/>
    <dgm:cxn modelId="{4B65687F-FEE7-4C12-88FA-F2E70AAB0E93}" type="presParOf" srcId="{279885BF-C209-4C80-A206-6D395765E8E4}" destId="{42412D80-15B4-4BD1-A584-1745D761DD6A}" srcOrd="1" destOrd="0" presId="urn:microsoft.com/office/officeart/2018/5/layout/IconLeafLabelList"/>
    <dgm:cxn modelId="{B8AE2B9A-8A39-4732-AE8B-1CDFF575B789}" type="presParOf" srcId="{279885BF-C209-4C80-A206-6D395765E8E4}" destId="{AF535C71-5A71-4658-9C84-928525BA8A6A}" srcOrd="2" destOrd="0" presId="urn:microsoft.com/office/officeart/2018/5/layout/IconLeafLabelList"/>
    <dgm:cxn modelId="{67293341-CB6D-453E-ADEE-37FE016D77BB}" type="presParOf" srcId="{279885BF-C209-4C80-A206-6D395765E8E4}" destId="{88FB515D-A1F5-445F-9D1E-1BD9333733B8}" srcOrd="3" destOrd="0" presId="urn:microsoft.com/office/officeart/2018/5/layout/IconLeafLabelList"/>
    <dgm:cxn modelId="{2DA689B2-A34C-46A9-94E4-D0DBF8CBBA72}" type="presParOf" srcId="{9B2CA698-BE86-408D-9F80-D3E6DDE3D31E}" destId="{BF56A481-B308-416F-A3B4-CB9AFAC8D8CA}" srcOrd="7" destOrd="0" presId="urn:microsoft.com/office/officeart/2018/5/layout/IconLeafLabelList"/>
    <dgm:cxn modelId="{4E6DCA1B-FC05-4104-9BC4-B1E9DA37B0A3}" type="presParOf" srcId="{9B2CA698-BE86-408D-9F80-D3E6DDE3D31E}" destId="{7084E485-D6EF-4F76-9F2F-46F7AA58A5D6}" srcOrd="8" destOrd="0" presId="urn:microsoft.com/office/officeart/2018/5/layout/IconLeafLabelList"/>
    <dgm:cxn modelId="{A90C42CB-7052-4BDA-8029-36B66D2B6A7B}" type="presParOf" srcId="{7084E485-D6EF-4F76-9F2F-46F7AA58A5D6}" destId="{576D1B2D-2EAB-4A98-B11C-ABD3DC66C2A6}" srcOrd="0" destOrd="0" presId="urn:microsoft.com/office/officeart/2018/5/layout/IconLeafLabelList"/>
    <dgm:cxn modelId="{8AEBDB1B-AAF1-44FA-9A48-36FA72C0882E}" type="presParOf" srcId="{7084E485-D6EF-4F76-9F2F-46F7AA58A5D6}" destId="{C776B8F4-80A4-4F7D-B274-376615BE288A}" srcOrd="1" destOrd="0" presId="urn:microsoft.com/office/officeart/2018/5/layout/IconLeafLabelList"/>
    <dgm:cxn modelId="{DD500E16-26F8-45CC-8F6D-AB2B668BEA55}" type="presParOf" srcId="{7084E485-D6EF-4F76-9F2F-46F7AA58A5D6}" destId="{95E1A5C2-BF2F-43B2-AB95-172ED6A8BB61}" srcOrd="2" destOrd="0" presId="urn:microsoft.com/office/officeart/2018/5/layout/IconLeafLabelList"/>
    <dgm:cxn modelId="{777A448C-9ACD-40F8-AF85-E241E72DB85B}" type="presParOf" srcId="{7084E485-D6EF-4F76-9F2F-46F7AA58A5D6}" destId="{41CDCB0D-500D-44AC-9BE2-869FF8D1F015}"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B2DD248-6AF6-437F-BDBF-376E12D4920C}"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7C02C1D2-85D7-4E1A-8A11-8A0041E3F9AA}">
      <dgm:prSet/>
      <dgm:spPr/>
      <dgm:t>
        <a:bodyPr/>
        <a:lstStyle/>
        <a:p>
          <a:pPr>
            <a:lnSpc>
              <a:spcPct val="100000"/>
            </a:lnSpc>
          </a:pPr>
          <a:r>
            <a:rPr lang="en-US" b="1" i="0" u="none" dirty="0"/>
            <a:t>Project duration is approximately 11 weeks. Changes outside the agreed scope may require additional time and cost</a:t>
          </a:r>
          <a:r>
            <a:rPr lang="en-US" b="0" i="0" u="none" dirty="0"/>
            <a:t>.</a:t>
          </a:r>
          <a:endParaRPr lang="en-US" dirty="0"/>
        </a:p>
      </dgm:t>
    </dgm:pt>
    <dgm:pt modelId="{D39CD450-F1C6-4CC4-AD16-060F6D3FA239}" type="parTrans" cxnId="{13613436-CB0F-46BA-8DC0-FB961F18EF2B}">
      <dgm:prSet/>
      <dgm:spPr/>
      <dgm:t>
        <a:bodyPr/>
        <a:lstStyle/>
        <a:p>
          <a:endParaRPr lang="en-US"/>
        </a:p>
      </dgm:t>
    </dgm:pt>
    <dgm:pt modelId="{1C9F3571-D652-4D25-B26E-C79017A5895D}" type="sibTrans" cxnId="{13613436-CB0F-46BA-8DC0-FB961F18EF2B}">
      <dgm:prSet/>
      <dgm:spPr/>
      <dgm:t>
        <a:bodyPr/>
        <a:lstStyle/>
        <a:p>
          <a:pPr>
            <a:lnSpc>
              <a:spcPct val="100000"/>
            </a:lnSpc>
          </a:pPr>
          <a:endParaRPr lang="en-US"/>
        </a:p>
      </dgm:t>
    </dgm:pt>
    <dgm:pt modelId="{8914575F-4537-4F52-8BC4-11F2EAEE48FC}">
      <dgm:prSet/>
      <dgm:spPr/>
      <dgm:t>
        <a:bodyPr/>
        <a:lstStyle/>
        <a:p>
          <a:pPr>
            <a:lnSpc>
              <a:spcPct val="100000"/>
            </a:lnSpc>
          </a:pPr>
          <a:r>
            <a:rPr lang="en-ZA" b="1" dirty="0">
              <a:solidFill>
                <a:schemeClr val="tx1">
                  <a:lumMod val="95000"/>
                  <a:lumOff val="5000"/>
                </a:schemeClr>
              </a:solidFill>
            </a:rPr>
            <a:t>Project decisions will be made collectively by the team. </a:t>
          </a:r>
          <a:endParaRPr lang="en-US" b="1" dirty="0">
            <a:solidFill>
              <a:schemeClr val="tx1">
                <a:lumMod val="95000"/>
                <a:lumOff val="5000"/>
              </a:schemeClr>
            </a:solidFill>
          </a:endParaRPr>
        </a:p>
      </dgm:t>
    </dgm:pt>
    <dgm:pt modelId="{F9CAB616-9035-41E7-B017-48BCF4F661C1}" type="parTrans" cxnId="{97AB4E5B-B661-4630-88BE-636BE32F0F45}">
      <dgm:prSet/>
      <dgm:spPr/>
      <dgm:t>
        <a:bodyPr/>
        <a:lstStyle/>
        <a:p>
          <a:endParaRPr lang="en-US"/>
        </a:p>
      </dgm:t>
    </dgm:pt>
    <dgm:pt modelId="{479465B2-17AA-4690-8C9A-CDD5F7149416}" type="sibTrans" cxnId="{97AB4E5B-B661-4630-88BE-636BE32F0F45}">
      <dgm:prSet/>
      <dgm:spPr/>
      <dgm:t>
        <a:bodyPr/>
        <a:lstStyle/>
        <a:p>
          <a:pPr>
            <a:lnSpc>
              <a:spcPct val="100000"/>
            </a:lnSpc>
          </a:pPr>
          <a:endParaRPr lang="en-US"/>
        </a:p>
      </dgm:t>
    </dgm:pt>
    <dgm:pt modelId="{4A28C4C1-0316-49B6-8DF4-50D43B126575}">
      <dgm:prSet/>
      <dgm:spPr/>
      <dgm:t>
        <a:bodyPr/>
        <a:lstStyle/>
        <a:p>
          <a:pPr>
            <a:lnSpc>
              <a:spcPct val="100000"/>
            </a:lnSpc>
          </a:pPr>
          <a:r>
            <a:rPr lang="en-US" dirty="0">
              <a:solidFill>
                <a:schemeClr val="tx1">
                  <a:lumMod val="95000"/>
                  <a:lumOff val="5000"/>
                </a:schemeClr>
              </a:solidFill>
              <a:latin typeface="Aptos" pitchFamily="34" charset="0"/>
              <a:ea typeface="Aptos" pitchFamily="34" charset="-122"/>
              <a:cs typeface="Aptos" pitchFamily="34" charset="-120"/>
            </a:rPr>
            <a:t>The proposal is for lecturer approval of the chosen topic before full development begins.</a:t>
          </a:r>
          <a:endParaRPr lang="en-US" dirty="0">
            <a:solidFill>
              <a:schemeClr val="tx1">
                <a:lumMod val="95000"/>
                <a:lumOff val="5000"/>
              </a:schemeClr>
            </a:solidFill>
          </a:endParaRPr>
        </a:p>
      </dgm:t>
    </dgm:pt>
    <dgm:pt modelId="{66BF2974-5B3C-419A-A902-327044143DF5}" type="parTrans" cxnId="{7D63091B-C8FC-4A8B-9B55-52D16C0B025E}">
      <dgm:prSet/>
      <dgm:spPr/>
      <dgm:t>
        <a:bodyPr/>
        <a:lstStyle/>
        <a:p>
          <a:endParaRPr lang="en-US"/>
        </a:p>
      </dgm:t>
    </dgm:pt>
    <dgm:pt modelId="{0C955219-2FD9-4A0E-8401-E053DD1729BD}" type="sibTrans" cxnId="{7D63091B-C8FC-4A8B-9B55-52D16C0B025E}">
      <dgm:prSet/>
      <dgm:spPr/>
      <dgm:t>
        <a:bodyPr/>
        <a:lstStyle/>
        <a:p>
          <a:pPr>
            <a:lnSpc>
              <a:spcPct val="100000"/>
            </a:lnSpc>
          </a:pPr>
          <a:endParaRPr lang="en-US"/>
        </a:p>
      </dgm:t>
    </dgm:pt>
    <dgm:pt modelId="{87CE4ABC-7F7B-4EAF-A912-26C54A725CBA}">
      <dgm:prSet/>
      <dgm:spPr/>
      <dgm:t>
        <a:bodyPr/>
        <a:lstStyle/>
        <a:p>
          <a:pPr>
            <a:lnSpc>
              <a:spcPct val="100000"/>
            </a:lnSpc>
          </a:pPr>
          <a:r>
            <a:rPr lang="en-ZA" b="1" dirty="0"/>
            <a:t>User information will be handled securely and confidentially. . </a:t>
          </a:r>
          <a:endParaRPr lang="en-US" b="1" dirty="0"/>
        </a:p>
      </dgm:t>
    </dgm:pt>
    <dgm:pt modelId="{2994EFC4-5C8C-4C3A-BF52-DD0D7C491BED}" type="parTrans" cxnId="{1C973CBA-4FF9-45A3-9CC9-D25CE9995B42}">
      <dgm:prSet/>
      <dgm:spPr/>
      <dgm:t>
        <a:bodyPr/>
        <a:lstStyle/>
        <a:p>
          <a:endParaRPr lang="en-US"/>
        </a:p>
      </dgm:t>
    </dgm:pt>
    <dgm:pt modelId="{97558E66-66C5-4D92-A1FA-419E86A3987A}" type="sibTrans" cxnId="{1C973CBA-4FF9-45A3-9CC9-D25CE9995B42}">
      <dgm:prSet/>
      <dgm:spPr/>
      <dgm:t>
        <a:bodyPr/>
        <a:lstStyle/>
        <a:p>
          <a:pPr>
            <a:lnSpc>
              <a:spcPct val="100000"/>
            </a:lnSpc>
          </a:pPr>
          <a:endParaRPr lang="en-US"/>
        </a:p>
      </dgm:t>
    </dgm:pt>
    <dgm:pt modelId="{5F593575-4C5B-451D-9862-CFE7E6BD1842}">
      <dgm:prSet/>
      <dgm:spPr/>
      <dgm:t>
        <a:bodyPr/>
        <a:lstStyle/>
        <a:p>
          <a:pPr>
            <a:lnSpc>
              <a:spcPct val="100000"/>
            </a:lnSpc>
          </a:pPr>
          <a:r>
            <a:rPr lang="en-US" dirty="0">
              <a:solidFill>
                <a:schemeClr val="tx1">
                  <a:lumMod val="95000"/>
                  <a:lumOff val="5000"/>
                </a:schemeClr>
              </a:solidFill>
              <a:latin typeface="Aptos" pitchFamily="34" charset="0"/>
              <a:ea typeface="Aptos" pitchFamily="34" charset="-122"/>
              <a:cs typeface="Aptos" pitchFamily="34" charset="-120"/>
            </a:rPr>
            <a:t>Free/open-source tools will be prioritized where possible.</a:t>
          </a:r>
          <a:endParaRPr lang="en-US" dirty="0">
            <a:solidFill>
              <a:schemeClr val="tx1">
                <a:lumMod val="95000"/>
                <a:lumOff val="5000"/>
              </a:schemeClr>
            </a:solidFill>
          </a:endParaRPr>
        </a:p>
      </dgm:t>
    </dgm:pt>
    <dgm:pt modelId="{9BD173AF-9E5C-495D-B614-62781D2CD7CC}" type="parTrans" cxnId="{0EB7AEB2-D4E4-43F2-8AB5-5C9B1C1F570B}">
      <dgm:prSet/>
      <dgm:spPr/>
      <dgm:t>
        <a:bodyPr/>
        <a:lstStyle/>
        <a:p>
          <a:endParaRPr lang="en-US"/>
        </a:p>
      </dgm:t>
    </dgm:pt>
    <dgm:pt modelId="{47A97CD1-F657-4DE5-A4EC-A1FE44B1ABFD}" type="sibTrans" cxnId="{0EB7AEB2-D4E4-43F2-8AB5-5C9B1C1F570B}">
      <dgm:prSet/>
      <dgm:spPr/>
      <dgm:t>
        <a:bodyPr/>
        <a:lstStyle/>
        <a:p>
          <a:pPr>
            <a:lnSpc>
              <a:spcPct val="100000"/>
            </a:lnSpc>
          </a:pPr>
          <a:endParaRPr lang="en-US"/>
        </a:p>
      </dgm:t>
    </dgm:pt>
    <dgm:pt modelId="{867784B0-529F-4DC8-A3CC-EF97B15ACDBB}">
      <dgm:prSet/>
      <dgm:spPr/>
      <dgm:t>
        <a:bodyPr/>
        <a:lstStyle/>
        <a:p>
          <a:pPr>
            <a:lnSpc>
              <a:spcPct val="100000"/>
            </a:lnSpc>
          </a:pPr>
          <a:r>
            <a:rPr lang="en-ZA"/>
            <a:t>User Acceptance Testing (UAT) must be completed before final deployment. </a:t>
          </a:r>
          <a:endParaRPr lang="en-US"/>
        </a:p>
      </dgm:t>
    </dgm:pt>
    <dgm:pt modelId="{80CB08D6-D387-4CE3-A2D3-CAA605939E1A}" type="parTrans" cxnId="{18FAE364-3040-4C0A-AA6C-6B3411C49F07}">
      <dgm:prSet/>
      <dgm:spPr/>
      <dgm:t>
        <a:bodyPr/>
        <a:lstStyle/>
        <a:p>
          <a:endParaRPr lang="en-US"/>
        </a:p>
      </dgm:t>
    </dgm:pt>
    <dgm:pt modelId="{A332D5A3-2D2B-4ABE-A7CA-9F4FED55EF75}" type="sibTrans" cxnId="{18FAE364-3040-4C0A-AA6C-6B3411C49F07}">
      <dgm:prSet/>
      <dgm:spPr/>
      <dgm:t>
        <a:bodyPr/>
        <a:lstStyle/>
        <a:p>
          <a:pPr>
            <a:lnSpc>
              <a:spcPct val="100000"/>
            </a:lnSpc>
          </a:pPr>
          <a:endParaRPr lang="en-US"/>
        </a:p>
      </dgm:t>
    </dgm:pt>
    <dgm:pt modelId="{2E187A43-89DF-4CAF-BA62-77E39757C58F}">
      <dgm:prSet/>
      <dgm:spPr/>
      <dgm:t>
        <a:bodyPr/>
        <a:lstStyle/>
        <a:p>
          <a:pPr>
            <a:lnSpc>
              <a:spcPct val="100000"/>
            </a:lnSpc>
          </a:pPr>
          <a:r>
            <a:rPr lang="en-US" dirty="0">
              <a:solidFill>
                <a:schemeClr val="tx1">
                  <a:lumMod val="95000"/>
                  <a:lumOff val="5000"/>
                </a:schemeClr>
              </a:solidFill>
              <a:latin typeface="Aptos" pitchFamily="34" charset="0"/>
              <a:ea typeface="Aptos" pitchFamily="34" charset="-122"/>
              <a:cs typeface="Aptos" pitchFamily="34" charset="-120"/>
            </a:rPr>
            <a:t>The scope may be refined after feedback, provided the core software engineering requirements remain satisfied.</a:t>
          </a:r>
          <a:endParaRPr lang="en-US" dirty="0">
            <a:solidFill>
              <a:schemeClr val="tx1">
                <a:lumMod val="95000"/>
                <a:lumOff val="5000"/>
              </a:schemeClr>
            </a:solidFill>
          </a:endParaRPr>
        </a:p>
      </dgm:t>
    </dgm:pt>
    <dgm:pt modelId="{3B984FAB-7119-4CA3-89C1-B59427A82DAC}" type="parTrans" cxnId="{EDED9797-B119-4E23-928E-1455915DCA1F}">
      <dgm:prSet/>
      <dgm:spPr/>
      <dgm:t>
        <a:bodyPr/>
        <a:lstStyle/>
        <a:p>
          <a:endParaRPr lang="en-US"/>
        </a:p>
      </dgm:t>
    </dgm:pt>
    <dgm:pt modelId="{2EF9E1C1-5D3A-48AD-977E-1348B778C139}" type="sibTrans" cxnId="{EDED9797-B119-4E23-928E-1455915DCA1F}">
      <dgm:prSet/>
      <dgm:spPr/>
      <dgm:t>
        <a:bodyPr/>
        <a:lstStyle/>
        <a:p>
          <a:pPr>
            <a:lnSpc>
              <a:spcPct val="100000"/>
            </a:lnSpc>
          </a:pPr>
          <a:endParaRPr lang="en-US"/>
        </a:p>
      </dgm:t>
    </dgm:pt>
    <dgm:pt modelId="{C4350B8A-DB5E-43A0-9AD6-914729927114}">
      <dgm:prSet/>
      <dgm:spPr/>
      <dgm:t>
        <a:bodyPr/>
        <a:lstStyle/>
        <a:p>
          <a:pPr>
            <a:lnSpc>
              <a:spcPct val="100000"/>
            </a:lnSpc>
          </a:pPr>
          <a:r>
            <a:rPr lang="en-ZA" b="1" dirty="0"/>
            <a:t>All documentation and software produced will be original work unless otherwise referenced. </a:t>
          </a:r>
          <a:endParaRPr lang="en-US" b="1" dirty="0"/>
        </a:p>
      </dgm:t>
    </dgm:pt>
    <dgm:pt modelId="{ED0FC6A1-94CC-4267-BEE4-43C810508AA3}" type="parTrans" cxnId="{7F78DCBF-A389-48F7-966D-880D217714D4}">
      <dgm:prSet/>
      <dgm:spPr/>
      <dgm:t>
        <a:bodyPr/>
        <a:lstStyle/>
        <a:p>
          <a:endParaRPr lang="en-US"/>
        </a:p>
      </dgm:t>
    </dgm:pt>
    <dgm:pt modelId="{FA9F73BA-EDEC-4A56-828E-F2A4FACD5954}" type="sibTrans" cxnId="{7F78DCBF-A389-48F7-966D-880D217714D4}">
      <dgm:prSet/>
      <dgm:spPr/>
      <dgm:t>
        <a:bodyPr/>
        <a:lstStyle/>
        <a:p>
          <a:endParaRPr lang="en-US"/>
        </a:p>
      </dgm:t>
    </dgm:pt>
    <dgm:pt modelId="{53CC7C27-D077-471D-BA44-E23A5269DCDC}" type="pres">
      <dgm:prSet presAssocID="{6B2DD248-6AF6-437F-BDBF-376E12D4920C}" presName="root" presStyleCnt="0">
        <dgm:presLayoutVars>
          <dgm:dir/>
          <dgm:resizeHandles val="exact"/>
        </dgm:presLayoutVars>
      </dgm:prSet>
      <dgm:spPr/>
    </dgm:pt>
    <dgm:pt modelId="{F476004D-94E4-4C61-BE87-6DF89042DB28}" type="pres">
      <dgm:prSet presAssocID="{6B2DD248-6AF6-437F-BDBF-376E12D4920C}" presName="container" presStyleCnt="0">
        <dgm:presLayoutVars>
          <dgm:dir/>
          <dgm:resizeHandles val="exact"/>
        </dgm:presLayoutVars>
      </dgm:prSet>
      <dgm:spPr/>
    </dgm:pt>
    <dgm:pt modelId="{FF156999-45AA-44A8-8A7B-D59F1E09D87B}" type="pres">
      <dgm:prSet presAssocID="{7C02C1D2-85D7-4E1A-8A11-8A0041E3F9AA}" presName="compNode" presStyleCnt="0"/>
      <dgm:spPr/>
    </dgm:pt>
    <dgm:pt modelId="{73981D93-CCFF-4CB1-A7FA-DBDA2F1C3739}" type="pres">
      <dgm:prSet presAssocID="{7C02C1D2-85D7-4E1A-8A11-8A0041E3F9AA}" presName="iconBgRect" presStyleLbl="bgShp" presStyleIdx="0" presStyleCnt="8"/>
      <dgm:spPr/>
    </dgm:pt>
    <dgm:pt modelId="{D1D6411A-BE05-4356-B458-DB0745912239}" type="pres">
      <dgm:prSet presAssocID="{7C02C1D2-85D7-4E1A-8A11-8A0041E3F9AA}" presName="iconRect" presStyleLbl="node1" presStyleIdx="0" presStyleCnt="8"/>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Check List"/>
        </a:ext>
      </dgm:extLst>
    </dgm:pt>
    <dgm:pt modelId="{986E7F56-39B2-4068-94C2-3A31CDEC6872}" type="pres">
      <dgm:prSet presAssocID="{7C02C1D2-85D7-4E1A-8A11-8A0041E3F9AA}" presName="spaceRect" presStyleCnt="0"/>
      <dgm:spPr/>
    </dgm:pt>
    <dgm:pt modelId="{28B03AC0-ACAF-45F5-B3B9-000C3B89DE9D}" type="pres">
      <dgm:prSet presAssocID="{7C02C1D2-85D7-4E1A-8A11-8A0041E3F9AA}" presName="textRect" presStyleLbl="revTx" presStyleIdx="0" presStyleCnt="8">
        <dgm:presLayoutVars>
          <dgm:chMax val="1"/>
          <dgm:chPref val="1"/>
        </dgm:presLayoutVars>
      </dgm:prSet>
      <dgm:spPr/>
    </dgm:pt>
    <dgm:pt modelId="{2E607F2C-D492-4CF7-8914-C7CDDCFBA11C}" type="pres">
      <dgm:prSet presAssocID="{1C9F3571-D652-4D25-B26E-C79017A5895D}" presName="sibTrans" presStyleLbl="sibTrans2D1" presStyleIdx="0" presStyleCnt="0"/>
      <dgm:spPr/>
    </dgm:pt>
    <dgm:pt modelId="{246C83A1-708D-49F5-9030-4AB4ABD5D8FA}" type="pres">
      <dgm:prSet presAssocID="{8914575F-4537-4F52-8BC4-11F2EAEE48FC}" presName="compNode" presStyleCnt="0"/>
      <dgm:spPr/>
    </dgm:pt>
    <dgm:pt modelId="{FADE628D-D228-497F-AC8E-6E3C7A8C6A86}" type="pres">
      <dgm:prSet presAssocID="{8914575F-4537-4F52-8BC4-11F2EAEE48FC}" presName="iconBgRect" presStyleLbl="bgShp" presStyleIdx="1" presStyleCnt="8"/>
      <dgm:spPr/>
    </dgm:pt>
    <dgm:pt modelId="{3911974A-FDF1-42F4-9676-3339717E8A6C}" type="pres">
      <dgm:prSet presAssocID="{8914575F-4537-4F52-8BC4-11F2EAEE48FC}" presName="iconRect" presStyleLbl="node1" presStyleIdx="1" presStyleCnt="8"/>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eeting"/>
        </a:ext>
      </dgm:extLst>
    </dgm:pt>
    <dgm:pt modelId="{98C3D2F0-FC5F-4D75-A8CE-7561C655E463}" type="pres">
      <dgm:prSet presAssocID="{8914575F-4537-4F52-8BC4-11F2EAEE48FC}" presName="spaceRect" presStyleCnt="0"/>
      <dgm:spPr/>
    </dgm:pt>
    <dgm:pt modelId="{FEB78DA3-F941-4FBC-83CC-82035EF992C8}" type="pres">
      <dgm:prSet presAssocID="{8914575F-4537-4F52-8BC4-11F2EAEE48FC}" presName="textRect" presStyleLbl="revTx" presStyleIdx="1" presStyleCnt="8">
        <dgm:presLayoutVars>
          <dgm:chMax val="1"/>
          <dgm:chPref val="1"/>
        </dgm:presLayoutVars>
      </dgm:prSet>
      <dgm:spPr/>
    </dgm:pt>
    <dgm:pt modelId="{4FDB5A09-601D-45F9-983F-94B8F115864C}" type="pres">
      <dgm:prSet presAssocID="{479465B2-17AA-4690-8C9A-CDD5F7149416}" presName="sibTrans" presStyleLbl="sibTrans2D1" presStyleIdx="0" presStyleCnt="0"/>
      <dgm:spPr/>
    </dgm:pt>
    <dgm:pt modelId="{4BB1182F-5ECF-487A-92DF-CE9EF32F922F}" type="pres">
      <dgm:prSet presAssocID="{4A28C4C1-0316-49B6-8DF4-50D43B126575}" presName="compNode" presStyleCnt="0"/>
      <dgm:spPr/>
    </dgm:pt>
    <dgm:pt modelId="{0EF15544-F495-4DFE-9209-A1B64E69D151}" type="pres">
      <dgm:prSet presAssocID="{4A28C4C1-0316-49B6-8DF4-50D43B126575}" presName="iconBgRect" presStyleLbl="bgShp" presStyleIdx="2" presStyleCnt="8"/>
      <dgm:spPr/>
    </dgm:pt>
    <dgm:pt modelId="{D302DD22-1AB1-49E4-AC4B-A9D300E6BE17}" type="pres">
      <dgm:prSet presAssocID="{4A28C4C1-0316-49B6-8DF4-50D43B126575}" presName="iconRect" presStyleLbl="node1" presStyleIdx="2" presStyleCnt="8"/>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Checkmark"/>
        </a:ext>
      </dgm:extLst>
    </dgm:pt>
    <dgm:pt modelId="{DF24FF06-D414-4508-BADD-E5C2081EA1F8}" type="pres">
      <dgm:prSet presAssocID="{4A28C4C1-0316-49B6-8DF4-50D43B126575}" presName="spaceRect" presStyleCnt="0"/>
      <dgm:spPr/>
    </dgm:pt>
    <dgm:pt modelId="{63CA0E8D-5C41-464A-B4B3-754210E9F24F}" type="pres">
      <dgm:prSet presAssocID="{4A28C4C1-0316-49B6-8DF4-50D43B126575}" presName="textRect" presStyleLbl="revTx" presStyleIdx="2" presStyleCnt="8">
        <dgm:presLayoutVars>
          <dgm:chMax val="1"/>
          <dgm:chPref val="1"/>
        </dgm:presLayoutVars>
      </dgm:prSet>
      <dgm:spPr/>
    </dgm:pt>
    <dgm:pt modelId="{4AE80021-8296-4207-A66E-3E21CAED8229}" type="pres">
      <dgm:prSet presAssocID="{0C955219-2FD9-4A0E-8401-E053DD1729BD}" presName="sibTrans" presStyleLbl="sibTrans2D1" presStyleIdx="0" presStyleCnt="0"/>
      <dgm:spPr/>
    </dgm:pt>
    <dgm:pt modelId="{C302A712-8914-460C-A1BF-B6DDF028C8B8}" type="pres">
      <dgm:prSet presAssocID="{87CE4ABC-7F7B-4EAF-A912-26C54A725CBA}" presName="compNode" presStyleCnt="0"/>
      <dgm:spPr/>
    </dgm:pt>
    <dgm:pt modelId="{E8C50012-1111-40F6-A7B3-278D1B0F0FF1}" type="pres">
      <dgm:prSet presAssocID="{87CE4ABC-7F7B-4EAF-A912-26C54A725CBA}" presName="iconBgRect" presStyleLbl="bgShp" presStyleIdx="3" presStyleCnt="8"/>
      <dgm:spPr/>
    </dgm:pt>
    <dgm:pt modelId="{B8635303-5647-494A-BEA5-EAD39E3706DE}" type="pres">
      <dgm:prSet presAssocID="{87CE4ABC-7F7B-4EAF-A912-26C54A725CBA}" presName="iconRect" presStyleLbl="node1" presStyleIdx="3" presStyleCnt="8"/>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Lock"/>
        </a:ext>
      </dgm:extLst>
    </dgm:pt>
    <dgm:pt modelId="{3CC98AC3-DD41-4B4D-9B7C-8E8D967DD0C9}" type="pres">
      <dgm:prSet presAssocID="{87CE4ABC-7F7B-4EAF-A912-26C54A725CBA}" presName="spaceRect" presStyleCnt="0"/>
      <dgm:spPr/>
    </dgm:pt>
    <dgm:pt modelId="{BDE724F7-42D0-42C3-B3BC-20F7BC61A027}" type="pres">
      <dgm:prSet presAssocID="{87CE4ABC-7F7B-4EAF-A912-26C54A725CBA}" presName="textRect" presStyleLbl="revTx" presStyleIdx="3" presStyleCnt="8">
        <dgm:presLayoutVars>
          <dgm:chMax val="1"/>
          <dgm:chPref val="1"/>
        </dgm:presLayoutVars>
      </dgm:prSet>
      <dgm:spPr/>
    </dgm:pt>
    <dgm:pt modelId="{6C0A88CC-AC76-4B04-8536-9CE2EFE5E7BA}" type="pres">
      <dgm:prSet presAssocID="{97558E66-66C5-4D92-A1FA-419E86A3987A}" presName="sibTrans" presStyleLbl="sibTrans2D1" presStyleIdx="0" presStyleCnt="0"/>
      <dgm:spPr/>
    </dgm:pt>
    <dgm:pt modelId="{1C160271-027D-43D2-B649-939527135FCD}" type="pres">
      <dgm:prSet presAssocID="{5F593575-4C5B-451D-9862-CFE7E6BD1842}" presName="compNode" presStyleCnt="0"/>
      <dgm:spPr/>
    </dgm:pt>
    <dgm:pt modelId="{10041391-00B3-4FF9-BDD2-75E64B967518}" type="pres">
      <dgm:prSet presAssocID="{5F593575-4C5B-451D-9862-CFE7E6BD1842}" presName="iconBgRect" presStyleLbl="bgShp" presStyleIdx="4" presStyleCnt="8"/>
      <dgm:spPr/>
    </dgm:pt>
    <dgm:pt modelId="{E7B35062-C2CA-46B8-A446-1AD2B92E4C08}" type="pres">
      <dgm:prSet presAssocID="{5F593575-4C5B-451D-9862-CFE7E6BD1842}" presName="iconRect" presStyleLbl="node1" presStyleIdx="4" presStyleCnt="8"/>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Database"/>
        </a:ext>
      </dgm:extLst>
    </dgm:pt>
    <dgm:pt modelId="{BE5DDE93-D476-47BE-BF8D-B68BCD0D5DF6}" type="pres">
      <dgm:prSet presAssocID="{5F593575-4C5B-451D-9862-CFE7E6BD1842}" presName="spaceRect" presStyleCnt="0"/>
      <dgm:spPr/>
    </dgm:pt>
    <dgm:pt modelId="{47B85808-10D0-426B-B905-4A8743FDD923}" type="pres">
      <dgm:prSet presAssocID="{5F593575-4C5B-451D-9862-CFE7E6BD1842}" presName="textRect" presStyleLbl="revTx" presStyleIdx="4" presStyleCnt="8">
        <dgm:presLayoutVars>
          <dgm:chMax val="1"/>
          <dgm:chPref val="1"/>
        </dgm:presLayoutVars>
      </dgm:prSet>
      <dgm:spPr/>
    </dgm:pt>
    <dgm:pt modelId="{49708513-0079-4A95-8021-693F481E02F2}" type="pres">
      <dgm:prSet presAssocID="{47A97CD1-F657-4DE5-A4EC-A1FE44B1ABFD}" presName="sibTrans" presStyleLbl="sibTrans2D1" presStyleIdx="0" presStyleCnt="0"/>
      <dgm:spPr/>
    </dgm:pt>
    <dgm:pt modelId="{F99368F8-2197-4402-8FE5-C9D53525BB61}" type="pres">
      <dgm:prSet presAssocID="{867784B0-529F-4DC8-A3CC-EF97B15ACDBB}" presName="compNode" presStyleCnt="0"/>
      <dgm:spPr/>
    </dgm:pt>
    <dgm:pt modelId="{D59F753F-447C-4BD7-9D72-3563D9AC0FA7}" type="pres">
      <dgm:prSet presAssocID="{867784B0-529F-4DC8-A3CC-EF97B15ACDBB}" presName="iconBgRect" presStyleLbl="bgShp" presStyleIdx="5" presStyleCnt="8"/>
      <dgm:spPr/>
    </dgm:pt>
    <dgm:pt modelId="{DF89E2F6-496C-4B54-9F8D-972F1B688817}" type="pres">
      <dgm:prSet presAssocID="{867784B0-529F-4DC8-A3CC-EF97B15ACDBB}" presName="iconRect" presStyleLbl="node1" presStyleIdx="5" presStyleCnt="8"/>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ug under Magnifying Glass"/>
        </a:ext>
      </dgm:extLst>
    </dgm:pt>
    <dgm:pt modelId="{2C136AA6-67A5-4CC2-A457-44F1A8D11D2B}" type="pres">
      <dgm:prSet presAssocID="{867784B0-529F-4DC8-A3CC-EF97B15ACDBB}" presName="spaceRect" presStyleCnt="0"/>
      <dgm:spPr/>
    </dgm:pt>
    <dgm:pt modelId="{26E8BA3D-9584-47EF-A580-C80820910971}" type="pres">
      <dgm:prSet presAssocID="{867784B0-529F-4DC8-A3CC-EF97B15ACDBB}" presName="textRect" presStyleLbl="revTx" presStyleIdx="5" presStyleCnt="8">
        <dgm:presLayoutVars>
          <dgm:chMax val="1"/>
          <dgm:chPref val="1"/>
        </dgm:presLayoutVars>
      </dgm:prSet>
      <dgm:spPr/>
    </dgm:pt>
    <dgm:pt modelId="{21480AD4-0045-4735-A9FF-053A2B4E3017}" type="pres">
      <dgm:prSet presAssocID="{A332D5A3-2D2B-4ABE-A7CA-9F4FED55EF75}" presName="sibTrans" presStyleLbl="sibTrans2D1" presStyleIdx="0" presStyleCnt="0"/>
      <dgm:spPr/>
    </dgm:pt>
    <dgm:pt modelId="{959479BB-6CA2-470F-B8F0-0A413E1E1DAB}" type="pres">
      <dgm:prSet presAssocID="{2E187A43-89DF-4CAF-BA62-77E39757C58F}" presName="compNode" presStyleCnt="0"/>
      <dgm:spPr/>
    </dgm:pt>
    <dgm:pt modelId="{560FCE29-F164-4633-B3EF-3B230CA806A7}" type="pres">
      <dgm:prSet presAssocID="{2E187A43-89DF-4CAF-BA62-77E39757C58F}" presName="iconBgRect" presStyleLbl="bgShp" presStyleIdx="6" presStyleCnt="8"/>
      <dgm:spPr/>
    </dgm:pt>
    <dgm:pt modelId="{45C5127D-C694-4F2C-9EE9-B8F9C3BE757D}" type="pres">
      <dgm:prSet presAssocID="{2E187A43-89DF-4CAF-BA62-77E39757C58F}" presName="iconRect" presStyleLbl="node1" presStyleIdx="6" presStyleCnt="8"/>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dgm:spPr>
      <dgm:extLst>
        <a:ext uri="{E40237B7-FDA0-4F09-8148-C483321AD2D9}">
          <dgm14:cNvPr xmlns:dgm14="http://schemas.microsoft.com/office/drawing/2010/diagram" id="0" name="" descr="Tools"/>
        </a:ext>
      </dgm:extLst>
    </dgm:pt>
    <dgm:pt modelId="{410EC8E1-38D6-4159-9C9A-36EEBF7A793A}" type="pres">
      <dgm:prSet presAssocID="{2E187A43-89DF-4CAF-BA62-77E39757C58F}" presName="spaceRect" presStyleCnt="0"/>
      <dgm:spPr/>
    </dgm:pt>
    <dgm:pt modelId="{7A84982B-0C94-4F64-874E-FD51C2206E75}" type="pres">
      <dgm:prSet presAssocID="{2E187A43-89DF-4CAF-BA62-77E39757C58F}" presName="textRect" presStyleLbl="revTx" presStyleIdx="6" presStyleCnt="8">
        <dgm:presLayoutVars>
          <dgm:chMax val="1"/>
          <dgm:chPref val="1"/>
        </dgm:presLayoutVars>
      </dgm:prSet>
      <dgm:spPr/>
    </dgm:pt>
    <dgm:pt modelId="{A9334AD0-3509-4011-B387-66098860CF69}" type="pres">
      <dgm:prSet presAssocID="{2EF9E1C1-5D3A-48AD-977E-1348B778C139}" presName="sibTrans" presStyleLbl="sibTrans2D1" presStyleIdx="0" presStyleCnt="0"/>
      <dgm:spPr/>
    </dgm:pt>
    <dgm:pt modelId="{91908E98-2DEF-4CDC-808E-CA160A929CE6}" type="pres">
      <dgm:prSet presAssocID="{C4350B8A-DB5E-43A0-9AD6-914729927114}" presName="compNode" presStyleCnt="0"/>
      <dgm:spPr/>
    </dgm:pt>
    <dgm:pt modelId="{778AF35C-ACCA-4A3E-AB93-D0EA3E9B5FD4}" type="pres">
      <dgm:prSet presAssocID="{C4350B8A-DB5E-43A0-9AD6-914729927114}" presName="iconBgRect" presStyleLbl="bgShp" presStyleIdx="7" presStyleCnt="8"/>
      <dgm:spPr/>
    </dgm:pt>
    <dgm:pt modelId="{EC2DE92F-883A-4BAA-AD10-8BEACAFD86BD}" type="pres">
      <dgm:prSet presAssocID="{C4350B8A-DB5E-43A0-9AD6-914729927114}" presName="iconRect" presStyleLbl="node1" presStyleIdx="7" presStyleCnt="8"/>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ulldozer"/>
        </a:ext>
      </dgm:extLst>
    </dgm:pt>
    <dgm:pt modelId="{0FA1747E-8112-4F0A-8854-8DE2A2594922}" type="pres">
      <dgm:prSet presAssocID="{C4350B8A-DB5E-43A0-9AD6-914729927114}" presName="spaceRect" presStyleCnt="0"/>
      <dgm:spPr/>
    </dgm:pt>
    <dgm:pt modelId="{63DD1B30-1E19-44CC-8ADE-F9CF3F104AFE}" type="pres">
      <dgm:prSet presAssocID="{C4350B8A-DB5E-43A0-9AD6-914729927114}" presName="textRect" presStyleLbl="revTx" presStyleIdx="7" presStyleCnt="8">
        <dgm:presLayoutVars>
          <dgm:chMax val="1"/>
          <dgm:chPref val="1"/>
        </dgm:presLayoutVars>
      </dgm:prSet>
      <dgm:spPr/>
    </dgm:pt>
  </dgm:ptLst>
  <dgm:cxnLst>
    <dgm:cxn modelId="{675B990D-2601-4429-A74E-E722C880D7D5}" type="presOf" srcId="{867784B0-529F-4DC8-A3CC-EF97B15ACDBB}" destId="{26E8BA3D-9584-47EF-A580-C80820910971}" srcOrd="0" destOrd="0" presId="urn:microsoft.com/office/officeart/2018/2/layout/IconCircleList"/>
    <dgm:cxn modelId="{7D63091B-C8FC-4A8B-9B55-52D16C0B025E}" srcId="{6B2DD248-6AF6-437F-BDBF-376E12D4920C}" destId="{4A28C4C1-0316-49B6-8DF4-50D43B126575}" srcOrd="2" destOrd="0" parTransId="{66BF2974-5B3C-419A-A902-327044143DF5}" sibTransId="{0C955219-2FD9-4A0E-8401-E053DD1729BD}"/>
    <dgm:cxn modelId="{52960230-E50A-4150-A982-3A8D506C8A02}" type="presOf" srcId="{8914575F-4537-4F52-8BC4-11F2EAEE48FC}" destId="{FEB78DA3-F941-4FBC-83CC-82035EF992C8}" srcOrd="0" destOrd="0" presId="urn:microsoft.com/office/officeart/2018/2/layout/IconCircleList"/>
    <dgm:cxn modelId="{13613436-CB0F-46BA-8DC0-FB961F18EF2B}" srcId="{6B2DD248-6AF6-437F-BDBF-376E12D4920C}" destId="{7C02C1D2-85D7-4E1A-8A11-8A0041E3F9AA}" srcOrd="0" destOrd="0" parTransId="{D39CD450-F1C6-4CC4-AD16-060F6D3FA239}" sibTransId="{1C9F3571-D652-4D25-B26E-C79017A5895D}"/>
    <dgm:cxn modelId="{ADBC6436-521D-4745-884F-DFC3D438C240}" type="presOf" srcId="{C4350B8A-DB5E-43A0-9AD6-914729927114}" destId="{63DD1B30-1E19-44CC-8ADE-F9CF3F104AFE}" srcOrd="0" destOrd="0" presId="urn:microsoft.com/office/officeart/2018/2/layout/IconCircleList"/>
    <dgm:cxn modelId="{A7C3D539-CA3F-4929-8F2C-C6BDAC0BD2C6}" type="presOf" srcId="{7C02C1D2-85D7-4E1A-8A11-8A0041E3F9AA}" destId="{28B03AC0-ACAF-45F5-B3B9-000C3B89DE9D}" srcOrd="0" destOrd="0" presId="urn:microsoft.com/office/officeart/2018/2/layout/IconCircleList"/>
    <dgm:cxn modelId="{97AB4E5B-B661-4630-88BE-636BE32F0F45}" srcId="{6B2DD248-6AF6-437F-BDBF-376E12D4920C}" destId="{8914575F-4537-4F52-8BC4-11F2EAEE48FC}" srcOrd="1" destOrd="0" parTransId="{F9CAB616-9035-41E7-B017-48BCF4F661C1}" sibTransId="{479465B2-17AA-4690-8C9A-CDD5F7149416}"/>
    <dgm:cxn modelId="{18FAE364-3040-4C0A-AA6C-6B3411C49F07}" srcId="{6B2DD248-6AF6-437F-BDBF-376E12D4920C}" destId="{867784B0-529F-4DC8-A3CC-EF97B15ACDBB}" srcOrd="5" destOrd="0" parTransId="{80CB08D6-D387-4CE3-A2D3-CAA605939E1A}" sibTransId="{A332D5A3-2D2B-4ABE-A7CA-9F4FED55EF75}"/>
    <dgm:cxn modelId="{4F581F49-67E4-4B80-AF76-3FEFE9562E52}" type="presOf" srcId="{97558E66-66C5-4D92-A1FA-419E86A3987A}" destId="{6C0A88CC-AC76-4B04-8536-9CE2EFE5E7BA}" srcOrd="0" destOrd="0" presId="urn:microsoft.com/office/officeart/2018/2/layout/IconCircleList"/>
    <dgm:cxn modelId="{58E9396A-2B17-4642-86FB-A1804BADB15C}" type="presOf" srcId="{0C955219-2FD9-4A0E-8401-E053DD1729BD}" destId="{4AE80021-8296-4207-A66E-3E21CAED8229}" srcOrd="0" destOrd="0" presId="urn:microsoft.com/office/officeart/2018/2/layout/IconCircleList"/>
    <dgm:cxn modelId="{9A15426F-EBBF-47D8-A9E6-A70C98CE581A}" type="presOf" srcId="{2EF9E1C1-5D3A-48AD-977E-1348B778C139}" destId="{A9334AD0-3509-4011-B387-66098860CF69}" srcOrd="0" destOrd="0" presId="urn:microsoft.com/office/officeart/2018/2/layout/IconCircleList"/>
    <dgm:cxn modelId="{EDED9797-B119-4E23-928E-1455915DCA1F}" srcId="{6B2DD248-6AF6-437F-BDBF-376E12D4920C}" destId="{2E187A43-89DF-4CAF-BA62-77E39757C58F}" srcOrd="6" destOrd="0" parTransId="{3B984FAB-7119-4CA3-89C1-B59427A82DAC}" sibTransId="{2EF9E1C1-5D3A-48AD-977E-1348B778C139}"/>
    <dgm:cxn modelId="{D58621AB-3BEE-4FD4-9AB2-D099EFE9D887}" type="presOf" srcId="{5F593575-4C5B-451D-9862-CFE7E6BD1842}" destId="{47B85808-10D0-426B-B905-4A8743FDD923}" srcOrd="0" destOrd="0" presId="urn:microsoft.com/office/officeart/2018/2/layout/IconCircleList"/>
    <dgm:cxn modelId="{0EB7AEB2-D4E4-43F2-8AB5-5C9B1C1F570B}" srcId="{6B2DD248-6AF6-437F-BDBF-376E12D4920C}" destId="{5F593575-4C5B-451D-9862-CFE7E6BD1842}" srcOrd="4" destOrd="0" parTransId="{9BD173AF-9E5C-495D-B614-62781D2CD7CC}" sibTransId="{47A97CD1-F657-4DE5-A4EC-A1FE44B1ABFD}"/>
    <dgm:cxn modelId="{63EEF4B5-BFD6-4DF6-92CC-10499AFB50C9}" type="presOf" srcId="{2E187A43-89DF-4CAF-BA62-77E39757C58F}" destId="{7A84982B-0C94-4F64-874E-FD51C2206E75}" srcOrd="0" destOrd="0" presId="urn:microsoft.com/office/officeart/2018/2/layout/IconCircleList"/>
    <dgm:cxn modelId="{1C973CBA-4FF9-45A3-9CC9-D25CE9995B42}" srcId="{6B2DD248-6AF6-437F-BDBF-376E12D4920C}" destId="{87CE4ABC-7F7B-4EAF-A912-26C54A725CBA}" srcOrd="3" destOrd="0" parTransId="{2994EFC4-5C8C-4C3A-BF52-DD0D7C491BED}" sibTransId="{97558E66-66C5-4D92-A1FA-419E86A3987A}"/>
    <dgm:cxn modelId="{5D404CBB-37F6-41F5-A18D-094402542140}" type="presOf" srcId="{479465B2-17AA-4690-8C9A-CDD5F7149416}" destId="{4FDB5A09-601D-45F9-983F-94B8F115864C}" srcOrd="0" destOrd="0" presId="urn:microsoft.com/office/officeart/2018/2/layout/IconCircleList"/>
    <dgm:cxn modelId="{C6BDEDBD-548B-4A64-BFB1-0ADE04472E41}" type="presOf" srcId="{4A28C4C1-0316-49B6-8DF4-50D43B126575}" destId="{63CA0E8D-5C41-464A-B4B3-754210E9F24F}" srcOrd="0" destOrd="0" presId="urn:microsoft.com/office/officeart/2018/2/layout/IconCircleList"/>
    <dgm:cxn modelId="{7F78DCBF-A389-48F7-966D-880D217714D4}" srcId="{6B2DD248-6AF6-437F-BDBF-376E12D4920C}" destId="{C4350B8A-DB5E-43A0-9AD6-914729927114}" srcOrd="7" destOrd="0" parTransId="{ED0FC6A1-94CC-4267-BEE4-43C810508AA3}" sibTransId="{FA9F73BA-EDEC-4A56-828E-F2A4FACD5954}"/>
    <dgm:cxn modelId="{D3B352C4-B07F-43F6-89E3-49693F0FD2C3}" type="presOf" srcId="{6B2DD248-6AF6-437F-BDBF-376E12D4920C}" destId="{53CC7C27-D077-471D-BA44-E23A5269DCDC}" srcOrd="0" destOrd="0" presId="urn:microsoft.com/office/officeart/2018/2/layout/IconCircleList"/>
    <dgm:cxn modelId="{CBB30ED0-521A-4441-8F86-95B112409D75}" type="presOf" srcId="{A332D5A3-2D2B-4ABE-A7CA-9F4FED55EF75}" destId="{21480AD4-0045-4735-A9FF-053A2B4E3017}" srcOrd="0" destOrd="0" presId="urn:microsoft.com/office/officeart/2018/2/layout/IconCircleList"/>
    <dgm:cxn modelId="{11474DD1-39B9-4D93-88D2-9C72501297DB}" type="presOf" srcId="{87CE4ABC-7F7B-4EAF-A912-26C54A725CBA}" destId="{BDE724F7-42D0-42C3-B3BC-20F7BC61A027}" srcOrd="0" destOrd="0" presId="urn:microsoft.com/office/officeart/2018/2/layout/IconCircleList"/>
    <dgm:cxn modelId="{3946E8E4-75F6-4A3A-9F5A-E7ED5253A674}" type="presOf" srcId="{1C9F3571-D652-4D25-B26E-C79017A5895D}" destId="{2E607F2C-D492-4CF7-8914-C7CDDCFBA11C}" srcOrd="0" destOrd="0" presId="urn:microsoft.com/office/officeart/2018/2/layout/IconCircleList"/>
    <dgm:cxn modelId="{904C73EF-15C5-4CF2-87D9-7A43D2ACF506}" type="presOf" srcId="{47A97CD1-F657-4DE5-A4EC-A1FE44B1ABFD}" destId="{49708513-0079-4A95-8021-693F481E02F2}" srcOrd="0" destOrd="0" presId="urn:microsoft.com/office/officeart/2018/2/layout/IconCircleList"/>
    <dgm:cxn modelId="{BFF8FF61-72C0-4400-AE22-61D22B2DAD83}" type="presParOf" srcId="{53CC7C27-D077-471D-BA44-E23A5269DCDC}" destId="{F476004D-94E4-4C61-BE87-6DF89042DB28}" srcOrd="0" destOrd="0" presId="urn:microsoft.com/office/officeart/2018/2/layout/IconCircleList"/>
    <dgm:cxn modelId="{EEB217A2-2801-4CBF-B2BF-DE9DDC73FD1B}" type="presParOf" srcId="{F476004D-94E4-4C61-BE87-6DF89042DB28}" destId="{FF156999-45AA-44A8-8A7B-D59F1E09D87B}" srcOrd="0" destOrd="0" presId="urn:microsoft.com/office/officeart/2018/2/layout/IconCircleList"/>
    <dgm:cxn modelId="{E14DF830-9638-4012-B6BC-410FA0F8E20E}" type="presParOf" srcId="{FF156999-45AA-44A8-8A7B-D59F1E09D87B}" destId="{73981D93-CCFF-4CB1-A7FA-DBDA2F1C3739}" srcOrd="0" destOrd="0" presId="urn:microsoft.com/office/officeart/2018/2/layout/IconCircleList"/>
    <dgm:cxn modelId="{8CAD3A67-CA21-47E1-A088-200ABB9ECAEA}" type="presParOf" srcId="{FF156999-45AA-44A8-8A7B-D59F1E09D87B}" destId="{D1D6411A-BE05-4356-B458-DB0745912239}" srcOrd="1" destOrd="0" presId="urn:microsoft.com/office/officeart/2018/2/layout/IconCircleList"/>
    <dgm:cxn modelId="{EB563F8A-2612-4DD7-B382-EE03422B5FC4}" type="presParOf" srcId="{FF156999-45AA-44A8-8A7B-D59F1E09D87B}" destId="{986E7F56-39B2-4068-94C2-3A31CDEC6872}" srcOrd="2" destOrd="0" presId="urn:microsoft.com/office/officeart/2018/2/layout/IconCircleList"/>
    <dgm:cxn modelId="{9EE8C612-A46F-48F0-9B88-8E590795D2C6}" type="presParOf" srcId="{FF156999-45AA-44A8-8A7B-D59F1E09D87B}" destId="{28B03AC0-ACAF-45F5-B3B9-000C3B89DE9D}" srcOrd="3" destOrd="0" presId="urn:microsoft.com/office/officeart/2018/2/layout/IconCircleList"/>
    <dgm:cxn modelId="{D33CDDFE-810C-40E9-B673-9589FAEEB3BB}" type="presParOf" srcId="{F476004D-94E4-4C61-BE87-6DF89042DB28}" destId="{2E607F2C-D492-4CF7-8914-C7CDDCFBA11C}" srcOrd="1" destOrd="0" presId="urn:microsoft.com/office/officeart/2018/2/layout/IconCircleList"/>
    <dgm:cxn modelId="{24B07D02-B8CF-4400-B1C6-C89EA531245F}" type="presParOf" srcId="{F476004D-94E4-4C61-BE87-6DF89042DB28}" destId="{246C83A1-708D-49F5-9030-4AB4ABD5D8FA}" srcOrd="2" destOrd="0" presId="urn:microsoft.com/office/officeart/2018/2/layout/IconCircleList"/>
    <dgm:cxn modelId="{AF50CE29-BA61-4A83-859C-145AE9BCF6BE}" type="presParOf" srcId="{246C83A1-708D-49F5-9030-4AB4ABD5D8FA}" destId="{FADE628D-D228-497F-AC8E-6E3C7A8C6A86}" srcOrd="0" destOrd="0" presId="urn:microsoft.com/office/officeart/2018/2/layout/IconCircleList"/>
    <dgm:cxn modelId="{232BD3FA-6EAA-4555-915C-274343629CDC}" type="presParOf" srcId="{246C83A1-708D-49F5-9030-4AB4ABD5D8FA}" destId="{3911974A-FDF1-42F4-9676-3339717E8A6C}" srcOrd="1" destOrd="0" presId="urn:microsoft.com/office/officeart/2018/2/layout/IconCircleList"/>
    <dgm:cxn modelId="{47DC101F-97AB-4EB7-BF38-71772890C501}" type="presParOf" srcId="{246C83A1-708D-49F5-9030-4AB4ABD5D8FA}" destId="{98C3D2F0-FC5F-4D75-A8CE-7561C655E463}" srcOrd="2" destOrd="0" presId="urn:microsoft.com/office/officeart/2018/2/layout/IconCircleList"/>
    <dgm:cxn modelId="{5BC05590-7171-46DB-98AB-EB2FF7BA6719}" type="presParOf" srcId="{246C83A1-708D-49F5-9030-4AB4ABD5D8FA}" destId="{FEB78DA3-F941-4FBC-83CC-82035EF992C8}" srcOrd="3" destOrd="0" presId="urn:microsoft.com/office/officeart/2018/2/layout/IconCircleList"/>
    <dgm:cxn modelId="{E1D91B5D-3D3E-4C0D-A24F-9FCED8EF3F9C}" type="presParOf" srcId="{F476004D-94E4-4C61-BE87-6DF89042DB28}" destId="{4FDB5A09-601D-45F9-983F-94B8F115864C}" srcOrd="3" destOrd="0" presId="urn:microsoft.com/office/officeart/2018/2/layout/IconCircleList"/>
    <dgm:cxn modelId="{6C47F1CE-26C5-4CE3-988C-E25CF573F7CF}" type="presParOf" srcId="{F476004D-94E4-4C61-BE87-6DF89042DB28}" destId="{4BB1182F-5ECF-487A-92DF-CE9EF32F922F}" srcOrd="4" destOrd="0" presId="urn:microsoft.com/office/officeart/2018/2/layout/IconCircleList"/>
    <dgm:cxn modelId="{F66DCE7F-9266-40D6-AF57-7B5C060C7EF4}" type="presParOf" srcId="{4BB1182F-5ECF-487A-92DF-CE9EF32F922F}" destId="{0EF15544-F495-4DFE-9209-A1B64E69D151}" srcOrd="0" destOrd="0" presId="urn:microsoft.com/office/officeart/2018/2/layout/IconCircleList"/>
    <dgm:cxn modelId="{EF4888B2-FAAF-4910-9C61-2C8E5E17A24B}" type="presParOf" srcId="{4BB1182F-5ECF-487A-92DF-CE9EF32F922F}" destId="{D302DD22-1AB1-49E4-AC4B-A9D300E6BE17}" srcOrd="1" destOrd="0" presId="urn:microsoft.com/office/officeart/2018/2/layout/IconCircleList"/>
    <dgm:cxn modelId="{C6DEA245-E86C-4EFF-8F93-AB07078D4D7F}" type="presParOf" srcId="{4BB1182F-5ECF-487A-92DF-CE9EF32F922F}" destId="{DF24FF06-D414-4508-BADD-E5C2081EA1F8}" srcOrd="2" destOrd="0" presId="urn:microsoft.com/office/officeart/2018/2/layout/IconCircleList"/>
    <dgm:cxn modelId="{AC856801-BA30-4290-B1C5-9789E2DC793C}" type="presParOf" srcId="{4BB1182F-5ECF-487A-92DF-CE9EF32F922F}" destId="{63CA0E8D-5C41-464A-B4B3-754210E9F24F}" srcOrd="3" destOrd="0" presId="urn:microsoft.com/office/officeart/2018/2/layout/IconCircleList"/>
    <dgm:cxn modelId="{808F8E02-FDE8-4598-AC35-FEA44EF8ABEB}" type="presParOf" srcId="{F476004D-94E4-4C61-BE87-6DF89042DB28}" destId="{4AE80021-8296-4207-A66E-3E21CAED8229}" srcOrd="5" destOrd="0" presId="urn:microsoft.com/office/officeart/2018/2/layout/IconCircleList"/>
    <dgm:cxn modelId="{D1E8A14A-8865-457B-99E4-83BA212423AE}" type="presParOf" srcId="{F476004D-94E4-4C61-BE87-6DF89042DB28}" destId="{C302A712-8914-460C-A1BF-B6DDF028C8B8}" srcOrd="6" destOrd="0" presId="urn:microsoft.com/office/officeart/2018/2/layout/IconCircleList"/>
    <dgm:cxn modelId="{6D60CA75-B4EB-440D-B25F-A567AC65B06C}" type="presParOf" srcId="{C302A712-8914-460C-A1BF-B6DDF028C8B8}" destId="{E8C50012-1111-40F6-A7B3-278D1B0F0FF1}" srcOrd="0" destOrd="0" presId="urn:microsoft.com/office/officeart/2018/2/layout/IconCircleList"/>
    <dgm:cxn modelId="{F968500F-DDBC-4B2E-9169-1311DC9BA110}" type="presParOf" srcId="{C302A712-8914-460C-A1BF-B6DDF028C8B8}" destId="{B8635303-5647-494A-BEA5-EAD39E3706DE}" srcOrd="1" destOrd="0" presId="urn:microsoft.com/office/officeart/2018/2/layout/IconCircleList"/>
    <dgm:cxn modelId="{D40CBC9A-92D9-4FB2-AE20-3541DE72DB27}" type="presParOf" srcId="{C302A712-8914-460C-A1BF-B6DDF028C8B8}" destId="{3CC98AC3-DD41-4B4D-9B7C-8E8D967DD0C9}" srcOrd="2" destOrd="0" presId="urn:microsoft.com/office/officeart/2018/2/layout/IconCircleList"/>
    <dgm:cxn modelId="{0D0E1126-48A6-45F7-8868-D4B11C43958A}" type="presParOf" srcId="{C302A712-8914-460C-A1BF-B6DDF028C8B8}" destId="{BDE724F7-42D0-42C3-B3BC-20F7BC61A027}" srcOrd="3" destOrd="0" presId="urn:microsoft.com/office/officeart/2018/2/layout/IconCircleList"/>
    <dgm:cxn modelId="{6FF979F0-64D6-4158-8D1A-0D7E8FC92599}" type="presParOf" srcId="{F476004D-94E4-4C61-BE87-6DF89042DB28}" destId="{6C0A88CC-AC76-4B04-8536-9CE2EFE5E7BA}" srcOrd="7" destOrd="0" presId="urn:microsoft.com/office/officeart/2018/2/layout/IconCircleList"/>
    <dgm:cxn modelId="{31298DB7-4D1F-4128-8043-85BED0F99A8C}" type="presParOf" srcId="{F476004D-94E4-4C61-BE87-6DF89042DB28}" destId="{1C160271-027D-43D2-B649-939527135FCD}" srcOrd="8" destOrd="0" presId="urn:microsoft.com/office/officeart/2018/2/layout/IconCircleList"/>
    <dgm:cxn modelId="{DE62C85C-C258-48D2-AFB0-CC195984A28F}" type="presParOf" srcId="{1C160271-027D-43D2-B649-939527135FCD}" destId="{10041391-00B3-4FF9-BDD2-75E64B967518}" srcOrd="0" destOrd="0" presId="urn:microsoft.com/office/officeart/2018/2/layout/IconCircleList"/>
    <dgm:cxn modelId="{89475D6F-B3DE-4868-BCB5-762610D71A99}" type="presParOf" srcId="{1C160271-027D-43D2-B649-939527135FCD}" destId="{E7B35062-C2CA-46B8-A446-1AD2B92E4C08}" srcOrd="1" destOrd="0" presId="urn:microsoft.com/office/officeart/2018/2/layout/IconCircleList"/>
    <dgm:cxn modelId="{B100A390-0AA6-411D-9C5B-3EF915E54ADC}" type="presParOf" srcId="{1C160271-027D-43D2-B649-939527135FCD}" destId="{BE5DDE93-D476-47BE-BF8D-B68BCD0D5DF6}" srcOrd="2" destOrd="0" presId="urn:microsoft.com/office/officeart/2018/2/layout/IconCircleList"/>
    <dgm:cxn modelId="{4843854B-E04A-4643-8A9F-0A2DAE861E8C}" type="presParOf" srcId="{1C160271-027D-43D2-B649-939527135FCD}" destId="{47B85808-10D0-426B-B905-4A8743FDD923}" srcOrd="3" destOrd="0" presId="urn:microsoft.com/office/officeart/2018/2/layout/IconCircleList"/>
    <dgm:cxn modelId="{46A4179E-8210-4311-A07D-91729C9272DD}" type="presParOf" srcId="{F476004D-94E4-4C61-BE87-6DF89042DB28}" destId="{49708513-0079-4A95-8021-693F481E02F2}" srcOrd="9" destOrd="0" presId="urn:microsoft.com/office/officeart/2018/2/layout/IconCircleList"/>
    <dgm:cxn modelId="{16A0B79A-646F-40E4-94B6-2D647053C7CE}" type="presParOf" srcId="{F476004D-94E4-4C61-BE87-6DF89042DB28}" destId="{F99368F8-2197-4402-8FE5-C9D53525BB61}" srcOrd="10" destOrd="0" presId="urn:microsoft.com/office/officeart/2018/2/layout/IconCircleList"/>
    <dgm:cxn modelId="{A1206EBC-9B7F-4256-934E-F4157210E407}" type="presParOf" srcId="{F99368F8-2197-4402-8FE5-C9D53525BB61}" destId="{D59F753F-447C-4BD7-9D72-3563D9AC0FA7}" srcOrd="0" destOrd="0" presId="urn:microsoft.com/office/officeart/2018/2/layout/IconCircleList"/>
    <dgm:cxn modelId="{AC3C4F21-75CE-4735-83B8-97E5E21244CB}" type="presParOf" srcId="{F99368F8-2197-4402-8FE5-C9D53525BB61}" destId="{DF89E2F6-496C-4B54-9F8D-972F1B688817}" srcOrd="1" destOrd="0" presId="urn:microsoft.com/office/officeart/2018/2/layout/IconCircleList"/>
    <dgm:cxn modelId="{422776D8-43C6-4AB8-9946-E9A851585778}" type="presParOf" srcId="{F99368F8-2197-4402-8FE5-C9D53525BB61}" destId="{2C136AA6-67A5-4CC2-A457-44F1A8D11D2B}" srcOrd="2" destOrd="0" presId="urn:microsoft.com/office/officeart/2018/2/layout/IconCircleList"/>
    <dgm:cxn modelId="{43B87513-0060-47D3-A339-7268C8D7B322}" type="presParOf" srcId="{F99368F8-2197-4402-8FE5-C9D53525BB61}" destId="{26E8BA3D-9584-47EF-A580-C80820910971}" srcOrd="3" destOrd="0" presId="urn:microsoft.com/office/officeart/2018/2/layout/IconCircleList"/>
    <dgm:cxn modelId="{980EA8F6-D201-4299-8114-D36B72324D89}" type="presParOf" srcId="{F476004D-94E4-4C61-BE87-6DF89042DB28}" destId="{21480AD4-0045-4735-A9FF-053A2B4E3017}" srcOrd="11" destOrd="0" presId="urn:microsoft.com/office/officeart/2018/2/layout/IconCircleList"/>
    <dgm:cxn modelId="{2F995518-89B5-44A0-8EC9-642D21A855BD}" type="presParOf" srcId="{F476004D-94E4-4C61-BE87-6DF89042DB28}" destId="{959479BB-6CA2-470F-B8F0-0A413E1E1DAB}" srcOrd="12" destOrd="0" presId="urn:microsoft.com/office/officeart/2018/2/layout/IconCircleList"/>
    <dgm:cxn modelId="{7793A180-0401-41A8-AC14-DF40511247DF}" type="presParOf" srcId="{959479BB-6CA2-470F-B8F0-0A413E1E1DAB}" destId="{560FCE29-F164-4633-B3EF-3B230CA806A7}" srcOrd="0" destOrd="0" presId="urn:microsoft.com/office/officeart/2018/2/layout/IconCircleList"/>
    <dgm:cxn modelId="{81EADE16-914B-4522-BA54-9DB8F9875A00}" type="presParOf" srcId="{959479BB-6CA2-470F-B8F0-0A413E1E1DAB}" destId="{45C5127D-C694-4F2C-9EE9-B8F9C3BE757D}" srcOrd="1" destOrd="0" presId="urn:microsoft.com/office/officeart/2018/2/layout/IconCircleList"/>
    <dgm:cxn modelId="{59D7DC2C-D28A-439D-BAA7-F31CBCA50370}" type="presParOf" srcId="{959479BB-6CA2-470F-B8F0-0A413E1E1DAB}" destId="{410EC8E1-38D6-4159-9C9A-36EEBF7A793A}" srcOrd="2" destOrd="0" presId="urn:microsoft.com/office/officeart/2018/2/layout/IconCircleList"/>
    <dgm:cxn modelId="{0BA2849A-07DA-47CC-9F13-CD82EDF6BB81}" type="presParOf" srcId="{959479BB-6CA2-470F-B8F0-0A413E1E1DAB}" destId="{7A84982B-0C94-4F64-874E-FD51C2206E75}" srcOrd="3" destOrd="0" presId="urn:microsoft.com/office/officeart/2018/2/layout/IconCircleList"/>
    <dgm:cxn modelId="{BCCFE786-B06B-4BD2-A663-FA9CC79946FE}" type="presParOf" srcId="{F476004D-94E4-4C61-BE87-6DF89042DB28}" destId="{A9334AD0-3509-4011-B387-66098860CF69}" srcOrd="13" destOrd="0" presId="urn:microsoft.com/office/officeart/2018/2/layout/IconCircleList"/>
    <dgm:cxn modelId="{DFE7C77C-EC30-4200-B4A7-64F8D03D6F8B}" type="presParOf" srcId="{F476004D-94E4-4C61-BE87-6DF89042DB28}" destId="{91908E98-2DEF-4CDC-808E-CA160A929CE6}" srcOrd="14" destOrd="0" presId="urn:microsoft.com/office/officeart/2018/2/layout/IconCircleList"/>
    <dgm:cxn modelId="{89585C47-E610-4AF1-ABE5-CFD81085EAEF}" type="presParOf" srcId="{91908E98-2DEF-4CDC-808E-CA160A929CE6}" destId="{778AF35C-ACCA-4A3E-AB93-D0EA3E9B5FD4}" srcOrd="0" destOrd="0" presId="urn:microsoft.com/office/officeart/2018/2/layout/IconCircleList"/>
    <dgm:cxn modelId="{DB16A0C2-439E-41D9-B4DB-9B1B0F9844EF}" type="presParOf" srcId="{91908E98-2DEF-4CDC-808E-CA160A929CE6}" destId="{EC2DE92F-883A-4BAA-AD10-8BEACAFD86BD}" srcOrd="1" destOrd="0" presId="urn:microsoft.com/office/officeart/2018/2/layout/IconCircleList"/>
    <dgm:cxn modelId="{B7CAE072-6551-42A2-B960-98739F34C57B}" type="presParOf" srcId="{91908E98-2DEF-4CDC-808E-CA160A929CE6}" destId="{0FA1747E-8112-4F0A-8854-8DE2A2594922}" srcOrd="2" destOrd="0" presId="urn:microsoft.com/office/officeart/2018/2/layout/IconCircleList"/>
    <dgm:cxn modelId="{EAE1D39E-7961-41F1-8065-8D1A651C519E}" type="presParOf" srcId="{91908E98-2DEF-4CDC-808E-CA160A929CE6}" destId="{63DD1B30-1E19-44CC-8ADE-F9CF3F104AFE}"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3FC4F0-8BDE-4380-9492-7A59585A930D}">
      <dsp:nvSpPr>
        <dsp:cNvPr id="0" name=""/>
        <dsp:cNvSpPr/>
      </dsp:nvSpPr>
      <dsp:spPr>
        <a:xfrm>
          <a:off x="262311" y="66884"/>
          <a:ext cx="812777" cy="81277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F2AFF2C-FBE9-4E38-B687-4E2B5EEB0E87}">
      <dsp:nvSpPr>
        <dsp:cNvPr id="0" name=""/>
        <dsp:cNvSpPr/>
      </dsp:nvSpPr>
      <dsp:spPr>
        <a:xfrm>
          <a:off x="435526" y="240099"/>
          <a:ext cx="466347" cy="46634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403BFB0-9186-441E-B733-77F475D4E07B}">
      <dsp:nvSpPr>
        <dsp:cNvPr id="0" name=""/>
        <dsp:cNvSpPr/>
      </dsp:nvSpPr>
      <dsp:spPr>
        <a:xfrm>
          <a:off x="2489" y="1132822"/>
          <a:ext cx="1332421" cy="532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defRPr cap="all"/>
          </a:pPr>
          <a:r>
            <a:rPr lang="en-ZA" sz="1700" kern="1200"/>
            <a:t>Executive Summary</a:t>
          </a:r>
          <a:endParaRPr lang="en-US" sz="1700" kern="1200"/>
        </a:p>
      </dsp:txBody>
      <dsp:txXfrm>
        <a:off x="2489" y="1132822"/>
        <a:ext cx="1332421" cy="532968"/>
      </dsp:txXfrm>
    </dsp:sp>
    <dsp:sp modelId="{6303EFD6-A52C-4C5F-BCCA-5D7C5C4D46D5}">
      <dsp:nvSpPr>
        <dsp:cNvPr id="0" name=""/>
        <dsp:cNvSpPr/>
      </dsp:nvSpPr>
      <dsp:spPr>
        <a:xfrm>
          <a:off x="1827906" y="66884"/>
          <a:ext cx="812777" cy="81277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E1B49A0-EAF6-450F-88C9-72575D9CDF48}">
      <dsp:nvSpPr>
        <dsp:cNvPr id="0" name=""/>
        <dsp:cNvSpPr/>
      </dsp:nvSpPr>
      <dsp:spPr>
        <a:xfrm>
          <a:off x="2001121" y="240099"/>
          <a:ext cx="466347" cy="46634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03C1613-6519-4254-819C-221E5E72D7D6}">
      <dsp:nvSpPr>
        <dsp:cNvPr id="0" name=""/>
        <dsp:cNvSpPr/>
      </dsp:nvSpPr>
      <dsp:spPr>
        <a:xfrm>
          <a:off x="1568084" y="1132822"/>
          <a:ext cx="1332421" cy="532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defRPr cap="all"/>
          </a:pPr>
          <a:r>
            <a:rPr lang="en-ZA" sz="1700" kern="1200"/>
            <a:t>Objectives</a:t>
          </a:r>
          <a:endParaRPr lang="en-US" sz="1700" kern="1200"/>
        </a:p>
      </dsp:txBody>
      <dsp:txXfrm>
        <a:off x="1568084" y="1132822"/>
        <a:ext cx="1332421" cy="532968"/>
      </dsp:txXfrm>
    </dsp:sp>
    <dsp:sp modelId="{9129E77B-EB79-408E-8913-6823A1A6463E}">
      <dsp:nvSpPr>
        <dsp:cNvPr id="0" name=""/>
        <dsp:cNvSpPr/>
      </dsp:nvSpPr>
      <dsp:spPr>
        <a:xfrm>
          <a:off x="3393502" y="66884"/>
          <a:ext cx="812777" cy="81277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46122A3-A648-41CE-A6F1-D910DE1AA03E}">
      <dsp:nvSpPr>
        <dsp:cNvPr id="0" name=""/>
        <dsp:cNvSpPr/>
      </dsp:nvSpPr>
      <dsp:spPr>
        <a:xfrm>
          <a:off x="3566717" y="240099"/>
          <a:ext cx="466347" cy="46634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3888DD1-B2C5-4DE8-B59B-78267F896AC7}">
      <dsp:nvSpPr>
        <dsp:cNvPr id="0" name=""/>
        <dsp:cNvSpPr/>
      </dsp:nvSpPr>
      <dsp:spPr>
        <a:xfrm>
          <a:off x="3133680" y="1132822"/>
          <a:ext cx="1332421" cy="532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defRPr cap="all"/>
          </a:pPr>
          <a:r>
            <a:rPr lang="en-ZA" sz="1700" kern="1200"/>
            <a:t>Scope of Work</a:t>
          </a:r>
          <a:endParaRPr lang="en-US" sz="1700" kern="1200"/>
        </a:p>
      </dsp:txBody>
      <dsp:txXfrm>
        <a:off x="3133680" y="1132822"/>
        <a:ext cx="1332421" cy="532968"/>
      </dsp:txXfrm>
    </dsp:sp>
    <dsp:sp modelId="{B722EFED-EA59-493D-89D9-10002922CEE7}">
      <dsp:nvSpPr>
        <dsp:cNvPr id="0" name=""/>
        <dsp:cNvSpPr/>
      </dsp:nvSpPr>
      <dsp:spPr>
        <a:xfrm>
          <a:off x="4959098" y="66884"/>
          <a:ext cx="812777" cy="81277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A5CE861-0520-425D-872D-E057B1237801}">
      <dsp:nvSpPr>
        <dsp:cNvPr id="0" name=""/>
        <dsp:cNvSpPr/>
      </dsp:nvSpPr>
      <dsp:spPr>
        <a:xfrm>
          <a:off x="5132313" y="240099"/>
          <a:ext cx="466347" cy="46634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B6FA92F-1F40-41B2-9D3E-1E87F03D4AE6}">
      <dsp:nvSpPr>
        <dsp:cNvPr id="0" name=""/>
        <dsp:cNvSpPr/>
      </dsp:nvSpPr>
      <dsp:spPr>
        <a:xfrm>
          <a:off x="4699276" y="1132822"/>
          <a:ext cx="1332421" cy="532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defRPr cap="all"/>
          </a:pPr>
          <a:r>
            <a:rPr lang="en-ZA" sz="1700" kern="1200"/>
            <a:t>Project Timeline </a:t>
          </a:r>
          <a:endParaRPr lang="en-US" sz="1700" kern="1200"/>
        </a:p>
      </dsp:txBody>
      <dsp:txXfrm>
        <a:off x="4699276" y="1132822"/>
        <a:ext cx="1332421" cy="532968"/>
      </dsp:txXfrm>
    </dsp:sp>
    <dsp:sp modelId="{38B4A3CB-8EC0-4493-80D0-7428ED039116}">
      <dsp:nvSpPr>
        <dsp:cNvPr id="0" name=""/>
        <dsp:cNvSpPr/>
      </dsp:nvSpPr>
      <dsp:spPr>
        <a:xfrm>
          <a:off x="262311" y="1998896"/>
          <a:ext cx="812777" cy="81277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EF570F9-D7B2-4332-BB36-8442454D0E71}">
      <dsp:nvSpPr>
        <dsp:cNvPr id="0" name=""/>
        <dsp:cNvSpPr/>
      </dsp:nvSpPr>
      <dsp:spPr>
        <a:xfrm>
          <a:off x="435526" y="2172111"/>
          <a:ext cx="466347" cy="46634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C3AB760-1F3C-48DA-9EB6-2C36A968B048}">
      <dsp:nvSpPr>
        <dsp:cNvPr id="0" name=""/>
        <dsp:cNvSpPr/>
      </dsp:nvSpPr>
      <dsp:spPr>
        <a:xfrm>
          <a:off x="2489" y="3064833"/>
          <a:ext cx="1332421" cy="532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defRPr cap="all"/>
          </a:pPr>
          <a:r>
            <a:rPr lang="en-ZA" sz="1700" kern="1200"/>
            <a:t>Budget Estimate</a:t>
          </a:r>
          <a:endParaRPr lang="en-US" sz="1700" kern="1200"/>
        </a:p>
      </dsp:txBody>
      <dsp:txXfrm>
        <a:off x="2489" y="3064833"/>
        <a:ext cx="1332421" cy="532968"/>
      </dsp:txXfrm>
    </dsp:sp>
    <dsp:sp modelId="{9A95BBF9-26F8-4136-95CE-BB35AFA0DECA}">
      <dsp:nvSpPr>
        <dsp:cNvPr id="0" name=""/>
        <dsp:cNvSpPr/>
      </dsp:nvSpPr>
      <dsp:spPr>
        <a:xfrm>
          <a:off x="1827906" y="1998896"/>
          <a:ext cx="812777" cy="81277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435EBE3-9C8A-4960-8465-2413D2A277CA}">
      <dsp:nvSpPr>
        <dsp:cNvPr id="0" name=""/>
        <dsp:cNvSpPr/>
      </dsp:nvSpPr>
      <dsp:spPr>
        <a:xfrm>
          <a:off x="2001121" y="2172111"/>
          <a:ext cx="466347" cy="46634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ECA9EF5-6B25-4787-BD26-F74B60D27BEA}">
      <dsp:nvSpPr>
        <dsp:cNvPr id="0" name=""/>
        <dsp:cNvSpPr/>
      </dsp:nvSpPr>
      <dsp:spPr>
        <a:xfrm>
          <a:off x="1568084" y="3064833"/>
          <a:ext cx="1332421" cy="532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defRPr cap="all"/>
          </a:pPr>
          <a:r>
            <a:rPr lang="en-ZA" sz="1700" kern="1200"/>
            <a:t>Team Overview</a:t>
          </a:r>
          <a:endParaRPr lang="en-US" sz="1700" kern="1200"/>
        </a:p>
      </dsp:txBody>
      <dsp:txXfrm>
        <a:off x="1568084" y="3064833"/>
        <a:ext cx="1332421" cy="532968"/>
      </dsp:txXfrm>
    </dsp:sp>
    <dsp:sp modelId="{13180573-2A40-430A-BA07-F7DA242B1CFB}">
      <dsp:nvSpPr>
        <dsp:cNvPr id="0" name=""/>
        <dsp:cNvSpPr/>
      </dsp:nvSpPr>
      <dsp:spPr>
        <a:xfrm>
          <a:off x="3393502" y="1998896"/>
          <a:ext cx="812777" cy="81277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F670776-D138-4190-83E9-0DC251D1D630}">
      <dsp:nvSpPr>
        <dsp:cNvPr id="0" name=""/>
        <dsp:cNvSpPr/>
      </dsp:nvSpPr>
      <dsp:spPr>
        <a:xfrm>
          <a:off x="3566717" y="2172111"/>
          <a:ext cx="466347" cy="46634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79A116C-F8E8-448D-AB3D-D3C3C8348384}">
      <dsp:nvSpPr>
        <dsp:cNvPr id="0" name=""/>
        <dsp:cNvSpPr/>
      </dsp:nvSpPr>
      <dsp:spPr>
        <a:xfrm>
          <a:off x="3133680" y="3064833"/>
          <a:ext cx="1332421" cy="532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defRPr cap="all"/>
          </a:pPr>
          <a:r>
            <a:rPr lang="en-ZA" sz="1700" kern="1200"/>
            <a:t>Terms and Conditions </a:t>
          </a:r>
          <a:endParaRPr lang="en-US" sz="1700" kern="1200"/>
        </a:p>
      </dsp:txBody>
      <dsp:txXfrm>
        <a:off x="3133680" y="3064833"/>
        <a:ext cx="1332421" cy="532968"/>
      </dsp:txXfrm>
    </dsp:sp>
    <dsp:sp modelId="{3164D8C6-665A-49ED-B83A-C611BAAE9F1B}">
      <dsp:nvSpPr>
        <dsp:cNvPr id="0" name=""/>
        <dsp:cNvSpPr/>
      </dsp:nvSpPr>
      <dsp:spPr>
        <a:xfrm>
          <a:off x="4959098" y="1998896"/>
          <a:ext cx="812777" cy="81277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E8221C5-DAAB-4D8D-B47E-EA86A4F27749}">
      <dsp:nvSpPr>
        <dsp:cNvPr id="0" name=""/>
        <dsp:cNvSpPr/>
      </dsp:nvSpPr>
      <dsp:spPr>
        <a:xfrm>
          <a:off x="5132313" y="2172111"/>
          <a:ext cx="466347" cy="46634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A360BC0-8A78-4C32-9ED9-84ACDB3EA6C4}">
      <dsp:nvSpPr>
        <dsp:cNvPr id="0" name=""/>
        <dsp:cNvSpPr/>
      </dsp:nvSpPr>
      <dsp:spPr>
        <a:xfrm>
          <a:off x="4699276" y="3064833"/>
          <a:ext cx="1332421" cy="532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defRPr cap="all"/>
          </a:pPr>
          <a:r>
            <a:rPr lang="en-ZA" sz="1700" kern="1200"/>
            <a:t>Conclusion </a:t>
          </a:r>
          <a:endParaRPr lang="en-US" sz="1700" kern="1200"/>
        </a:p>
      </dsp:txBody>
      <dsp:txXfrm>
        <a:off x="4699276" y="3064833"/>
        <a:ext cx="1332421" cy="53296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DBE0A3-3297-40C2-A34F-E06C31568869}">
      <dsp:nvSpPr>
        <dsp:cNvPr id="0" name=""/>
        <dsp:cNvSpPr/>
      </dsp:nvSpPr>
      <dsp:spPr>
        <a:xfrm>
          <a:off x="186498" y="1183888"/>
          <a:ext cx="1322579" cy="1322579"/>
        </a:xfrm>
        <a:prstGeom prst="ellipse">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A8044A4-FD0F-444E-9AAC-0F4DBDEBA9F0}">
      <dsp:nvSpPr>
        <dsp:cNvPr id="0" name=""/>
        <dsp:cNvSpPr/>
      </dsp:nvSpPr>
      <dsp:spPr>
        <a:xfrm>
          <a:off x="464240" y="1461630"/>
          <a:ext cx="767096" cy="76709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749F575-FFC6-4E71-AF0A-56807420CB24}">
      <dsp:nvSpPr>
        <dsp:cNvPr id="0" name=""/>
        <dsp:cNvSpPr/>
      </dsp:nvSpPr>
      <dsp:spPr>
        <a:xfrm>
          <a:off x="1792488" y="1183888"/>
          <a:ext cx="3117509" cy="1322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90000"/>
            </a:lnSpc>
            <a:spcBef>
              <a:spcPct val="0"/>
            </a:spcBef>
            <a:spcAft>
              <a:spcPct val="35000"/>
            </a:spcAft>
            <a:buNone/>
          </a:pPr>
          <a:r>
            <a:rPr lang="en-ZA" sz="1400" kern="1200" dirty="0"/>
            <a:t>The </a:t>
          </a:r>
          <a:r>
            <a:rPr lang="en-ZA" sz="1400" b="1" kern="1200" dirty="0"/>
            <a:t>Smart Property &amp; Accommodation Management System</a:t>
          </a:r>
          <a:r>
            <a:rPr lang="en-ZA" sz="1400" kern="1200" dirty="0"/>
            <a:t> is a web and mobile application designed to simplify the process of finding, booking, renting, and managing different types of properties. The system combines features commonly found in platforms such as Airbnb, Booking.com, Property24, and student accommodation services into one centralized application.</a:t>
          </a:r>
          <a:endParaRPr lang="en-US" sz="1400" kern="1200" dirty="0"/>
        </a:p>
      </dsp:txBody>
      <dsp:txXfrm>
        <a:off x="1792488" y="1183888"/>
        <a:ext cx="3117509" cy="1322579"/>
      </dsp:txXfrm>
    </dsp:sp>
    <dsp:sp modelId="{2E70A5BD-75F7-4BD3-A7E3-7842663C5E3F}">
      <dsp:nvSpPr>
        <dsp:cNvPr id="0" name=""/>
        <dsp:cNvSpPr/>
      </dsp:nvSpPr>
      <dsp:spPr>
        <a:xfrm>
          <a:off x="5453201" y="1183888"/>
          <a:ext cx="1322579" cy="1322579"/>
        </a:xfrm>
        <a:prstGeom prst="ellipse">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1300C7E-DB97-43EF-AA0B-3E8EEF61DF3A}">
      <dsp:nvSpPr>
        <dsp:cNvPr id="0" name=""/>
        <dsp:cNvSpPr/>
      </dsp:nvSpPr>
      <dsp:spPr>
        <a:xfrm>
          <a:off x="5730943" y="1461630"/>
          <a:ext cx="767096" cy="76709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5449DC1-1E12-4DD7-8A60-89EEE635FBDB}">
      <dsp:nvSpPr>
        <dsp:cNvPr id="0" name=""/>
        <dsp:cNvSpPr/>
      </dsp:nvSpPr>
      <dsp:spPr>
        <a:xfrm>
          <a:off x="7059191" y="1183888"/>
          <a:ext cx="3117509" cy="1322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90000"/>
            </a:lnSpc>
            <a:spcBef>
              <a:spcPct val="0"/>
            </a:spcBef>
            <a:spcAft>
              <a:spcPct val="35000"/>
            </a:spcAft>
            <a:buNone/>
          </a:pPr>
          <a:r>
            <a:rPr lang="en-ZA" sz="1400" kern="1200" dirty="0"/>
            <a:t>The application will serve multiple stakeholders, including customers, property owners, and administrators. Customers will be able to search for available properties, book viewings, reserve accommodation, make secure deposit payments, leave reviews, and view property locations using Google Maps. Property owners will have access to tools for listing properties, uploading photos, managing bookings, monitoring revenue, and responding to maintenance requests. Administrators will oversee user management, property approvals, reporting, and system statistics. The proposed system aims to improve efficiency, increase transparency, and provide a convenient digital solution for the South African property and accommodation market.</a:t>
          </a:r>
          <a:endParaRPr lang="en-US" sz="1400" kern="1200" dirty="0"/>
        </a:p>
      </dsp:txBody>
      <dsp:txXfrm>
        <a:off x="7059191" y="1183888"/>
        <a:ext cx="3117509" cy="132257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6F2294-86EB-4B3F-801D-9D154B10DC4C}">
      <dsp:nvSpPr>
        <dsp:cNvPr id="0" name=""/>
        <dsp:cNvSpPr/>
      </dsp:nvSpPr>
      <dsp:spPr>
        <a:xfrm>
          <a:off x="396591" y="305689"/>
          <a:ext cx="646259" cy="64625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DADD121-8E97-4590-87A4-D3402482DEEE}">
      <dsp:nvSpPr>
        <dsp:cNvPr id="0" name=""/>
        <dsp:cNvSpPr/>
      </dsp:nvSpPr>
      <dsp:spPr>
        <a:xfrm>
          <a:off x="1654" y="1199262"/>
          <a:ext cx="1436132" cy="6821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ZA" sz="1100" kern="1200"/>
            <a:t>The objectives of the Smart Property &amp; Accommodation Management System are to:</a:t>
          </a:r>
          <a:endParaRPr lang="en-US" sz="1100" kern="1200"/>
        </a:p>
      </dsp:txBody>
      <dsp:txXfrm>
        <a:off x="1654" y="1199262"/>
        <a:ext cx="1436132" cy="682163"/>
      </dsp:txXfrm>
    </dsp:sp>
    <dsp:sp modelId="{DF6B2DDE-FA1C-4CBA-A46F-B01086369563}">
      <dsp:nvSpPr>
        <dsp:cNvPr id="0" name=""/>
        <dsp:cNvSpPr/>
      </dsp:nvSpPr>
      <dsp:spPr>
        <a:xfrm>
          <a:off x="2084047" y="305689"/>
          <a:ext cx="646259" cy="64625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9AA9DC6-6A6E-4790-954C-397306C921E3}">
      <dsp:nvSpPr>
        <dsp:cNvPr id="0" name=""/>
        <dsp:cNvSpPr/>
      </dsp:nvSpPr>
      <dsp:spPr>
        <a:xfrm>
          <a:off x="1689110" y="1199262"/>
          <a:ext cx="1436132" cy="6821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ZA" sz="1100" kern="1200" dirty="0"/>
            <a:t>Develop an online platform that combines accommodation booking and property management services. </a:t>
          </a:r>
          <a:endParaRPr lang="en-US" sz="1100" kern="1200" dirty="0"/>
        </a:p>
      </dsp:txBody>
      <dsp:txXfrm>
        <a:off x="1689110" y="1199262"/>
        <a:ext cx="1436132" cy="682163"/>
      </dsp:txXfrm>
    </dsp:sp>
    <dsp:sp modelId="{08C08EF7-088C-4DDD-B812-35A237FCC1DE}">
      <dsp:nvSpPr>
        <dsp:cNvPr id="0" name=""/>
        <dsp:cNvSpPr/>
      </dsp:nvSpPr>
      <dsp:spPr>
        <a:xfrm>
          <a:off x="3771503" y="305689"/>
          <a:ext cx="646259" cy="64625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BDEA190-EE46-4A1D-AAB2-692348616021}">
      <dsp:nvSpPr>
        <dsp:cNvPr id="0" name=""/>
        <dsp:cNvSpPr/>
      </dsp:nvSpPr>
      <dsp:spPr>
        <a:xfrm>
          <a:off x="3376566" y="1199262"/>
          <a:ext cx="1436132" cy="6821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ZA" sz="1100" kern="1200" dirty="0"/>
            <a:t>Provide users with a simple and secure property search and booking experience. </a:t>
          </a:r>
          <a:endParaRPr lang="en-US" sz="1100" kern="1200" dirty="0"/>
        </a:p>
      </dsp:txBody>
      <dsp:txXfrm>
        <a:off x="3376566" y="1199262"/>
        <a:ext cx="1436132" cy="682163"/>
      </dsp:txXfrm>
    </dsp:sp>
    <dsp:sp modelId="{E6638CA7-C084-453B-9FC9-D241589D777A}">
      <dsp:nvSpPr>
        <dsp:cNvPr id="0" name=""/>
        <dsp:cNvSpPr/>
      </dsp:nvSpPr>
      <dsp:spPr>
        <a:xfrm>
          <a:off x="5458959" y="305689"/>
          <a:ext cx="646259" cy="64625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AE08E6C-DF64-46D3-B73D-0E6345A8170B}">
      <dsp:nvSpPr>
        <dsp:cNvPr id="0" name=""/>
        <dsp:cNvSpPr/>
      </dsp:nvSpPr>
      <dsp:spPr>
        <a:xfrm>
          <a:off x="5064022" y="1199262"/>
          <a:ext cx="1436132" cy="6821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ZA" sz="1100" kern="1200" dirty="0"/>
            <a:t>Allow property owners to efficiently manage their properties and bookings. </a:t>
          </a:r>
          <a:endParaRPr lang="en-US" sz="1100" kern="1200" dirty="0"/>
        </a:p>
      </dsp:txBody>
      <dsp:txXfrm>
        <a:off x="5064022" y="1199262"/>
        <a:ext cx="1436132" cy="682163"/>
      </dsp:txXfrm>
    </dsp:sp>
    <dsp:sp modelId="{CC4A2B2F-BC95-4DCE-99BC-78EC1679734C}">
      <dsp:nvSpPr>
        <dsp:cNvPr id="0" name=""/>
        <dsp:cNvSpPr/>
      </dsp:nvSpPr>
      <dsp:spPr>
        <a:xfrm>
          <a:off x="1240319" y="2240459"/>
          <a:ext cx="646259" cy="64625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7988655-1D4C-4DED-8075-73A8F9832360}">
      <dsp:nvSpPr>
        <dsp:cNvPr id="0" name=""/>
        <dsp:cNvSpPr/>
      </dsp:nvSpPr>
      <dsp:spPr>
        <a:xfrm>
          <a:off x="845382" y="3134031"/>
          <a:ext cx="1436132" cy="6821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ZA" sz="1100" kern="1200"/>
            <a:t>Enable administrators to manage users, approve listings, and generate reports. </a:t>
          </a:r>
          <a:endParaRPr lang="en-US" sz="1100" kern="1200"/>
        </a:p>
      </dsp:txBody>
      <dsp:txXfrm>
        <a:off x="845382" y="3134031"/>
        <a:ext cx="1436132" cy="682163"/>
      </dsp:txXfrm>
    </dsp:sp>
    <dsp:sp modelId="{A5B23BEE-A29E-4185-81E0-0DAFF2898CA5}">
      <dsp:nvSpPr>
        <dsp:cNvPr id="0" name=""/>
        <dsp:cNvSpPr/>
      </dsp:nvSpPr>
      <dsp:spPr>
        <a:xfrm>
          <a:off x="2927775" y="2240459"/>
          <a:ext cx="646259" cy="64625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476E9E4-8698-4721-8E84-B28E9AFF472D}">
      <dsp:nvSpPr>
        <dsp:cNvPr id="0" name=""/>
        <dsp:cNvSpPr/>
      </dsp:nvSpPr>
      <dsp:spPr>
        <a:xfrm>
          <a:off x="2532838" y="3134031"/>
          <a:ext cx="1436132" cy="6821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ZA" sz="1100" kern="1200"/>
            <a:t>Improve communication between tenants and property owners through maintenance request management. </a:t>
          </a:r>
          <a:endParaRPr lang="en-US" sz="1100" kern="1200"/>
        </a:p>
      </dsp:txBody>
      <dsp:txXfrm>
        <a:off x="2532838" y="3134031"/>
        <a:ext cx="1436132" cy="682163"/>
      </dsp:txXfrm>
    </dsp:sp>
    <dsp:sp modelId="{C5158724-C6BC-4059-AE8B-56A8DB9A92A8}">
      <dsp:nvSpPr>
        <dsp:cNvPr id="0" name=""/>
        <dsp:cNvSpPr/>
      </dsp:nvSpPr>
      <dsp:spPr>
        <a:xfrm>
          <a:off x="4615231" y="2240459"/>
          <a:ext cx="646259" cy="64625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CD3920D-ACDD-48A6-A5F2-A79D13763295}">
      <dsp:nvSpPr>
        <dsp:cNvPr id="0" name=""/>
        <dsp:cNvSpPr/>
      </dsp:nvSpPr>
      <dsp:spPr>
        <a:xfrm>
          <a:off x="4220294" y="3134031"/>
          <a:ext cx="1436132" cy="6821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ZA" sz="1100" kern="1200" dirty="0"/>
            <a:t>Promote secure transactions and improve customer satisfaction</a:t>
          </a:r>
          <a:endParaRPr lang="en-US" sz="1100" kern="1200" dirty="0"/>
        </a:p>
      </dsp:txBody>
      <dsp:txXfrm>
        <a:off x="4220294" y="3134031"/>
        <a:ext cx="1436132" cy="68216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1C7D6F-3409-42FA-8815-5C71D21A14AA}">
      <dsp:nvSpPr>
        <dsp:cNvPr id="0" name=""/>
        <dsp:cNvSpPr/>
      </dsp:nvSpPr>
      <dsp:spPr>
        <a:xfrm>
          <a:off x="666463" y="703079"/>
          <a:ext cx="1098000" cy="1098000"/>
        </a:xfrm>
        <a:prstGeom prst="round2DiagRect">
          <a:avLst>
            <a:gd name="adj1" fmla="val 29727"/>
            <a:gd name="adj2" fmla="val 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853FD37-B03F-4F07-B39D-DCBDC9B911BF}">
      <dsp:nvSpPr>
        <dsp:cNvPr id="0" name=""/>
        <dsp:cNvSpPr/>
      </dsp:nvSpPr>
      <dsp:spPr>
        <a:xfrm>
          <a:off x="900463" y="937080"/>
          <a:ext cx="630000" cy="63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BDCB59F-14A2-4AE5-ADB5-6ADB71429642}">
      <dsp:nvSpPr>
        <dsp:cNvPr id="0" name=""/>
        <dsp:cNvSpPr/>
      </dsp:nvSpPr>
      <dsp:spPr>
        <a:xfrm>
          <a:off x="315463" y="2143080"/>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US" sz="1500" kern="1200" dirty="0"/>
            <a:t>Samukelo Jili</a:t>
          </a:r>
        </a:p>
        <a:p>
          <a:pPr marL="0" lvl="0" indent="0" algn="ctr" defTabSz="666750">
            <a:lnSpc>
              <a:spcPct val="100000"/>
            </a:lnSpc>
            <a:spcBef>
              <a:spcPct val="0"/>
            </a:spcBef>
            <a:spcAft>
              <a:spcPct val="35000"/>
            </a:spcAft>
            <a:buNone/>
            <a:defRPr cap="all"/>
          </a:pPr>
          <a:r>
            <a:rPr lang="en-US" sz="1500" kern="1200" dirty="0"/>
            <a:t>225004064</a:t>
          </a:r>
        </a:p>
      </dsp:txBody>
      <dsp:txXfrm>
        <a:off x="315463" y="2143080"/>
        <a:ext cx="1800000" cy="720000"/>
      </dsp:txXfrm>
    </dsp:sp>
    <dsp:sp modelId="{FE661554-0C39-4E94-B1A1-939A8E6794F8}">
      <dsp:nvSpPr>
        <dsp:cNvPr id="0" name=""/>
        <dsp:cNvSpPr/>
      </dsp:nvSpPr>
      <dsp:spPr>
        <a:xfrm>
          <a:off x="2781463" y="703079"/>
          <a:ext cx="1098000" cy="1098000"/>
        </a:xfrm>
        <a:prstGeom prst="round2DiagRect">
          <a:avLst>
            <a:gd name="adj1" fmla="val 29727"/>
            <a:gd name="adj2" fmla="val 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CA350C3-6DDB-414A-8CEB-A14FFB8DB723}">
      <dsp:nvSpPr>
        <dsp:cNvPr id="0" name=""/>
        <dsp:cNvSpPr/>
      </dsp:nvSpPr>
      <dsp:spPr>
        <a:xfrm>
          <a:off x="3015463" y="937080"/>
          <a:ext cx="630000" cy="630000"/>
        </a:xfrm>
        <a:prstGeom prst="rect">
          <a:avLst/>
        </a:prstGeom>
        <a:blipFill rotWithShape="1">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227311A-9D3B-49FF-A35A-45C24FEA3CE1}">
      <dsp:nvSpPr>
        <dsp:cNvPr id="0" name=""/>
        <dsp:cNvSpPr/>
      </dsp:nvSpPr>
      <dsp:spPr>
        <a:xfrm>
          <a:off x="2430463" y="2143080"/>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US" sz="1500" kern="1200" dirty="0" err="1"/>
            <a:t>Siyavuya</a:t>
          </a:r>
          <a:r>
            <a:rPr lang="en-US" sz="1500" kern="1200" dirty="0"/>
            <a:t> Mkhize</a:t>
          </a:r>
        </a:p>
        <a:p>
          <a:pPr marL="0" lvl="0" indent="0" algn="ctr" defTabSz="666750">
            <a:lnSpc>
              <a:spcPct val="100000"/>
            </a:lnSpc>
            <a:spcBef>
              <a:spcPct val="0"/>
            </a:spcBef>
            <a:spcAft>
              <a:spcPct val="35000"/>
            </a:spcAft>
            <a:buNone/>
            <a:defRPr cap="all"/>
          </a:pPr>
          <a:r>
            <a:rPr lang="en-US" sz="1500" kern="1200" dirty="0"/>
            <a:t>225110145</a:t>
          </a:r>
        </a:p>
      </dsp:txBody>
      <dsp:txXfrm>
        <a:off x="2430463" y="2143080"/>
        <a:ext cx="1800000" cy="720000"/>
      </dsp:txXfrm>
    </dsp:sp>
    <dsp:sp modelId="{664EED4E-7B15-4348-B0F3-CC8C1B1D4BE8}">
      <dsp:nvSpPr>
        <dsp:cNvPr id="0" name=""/>
        <dsp:cNvSpPr/>
      </dsp:nvSpPr>
      <dsp:spPr>
        <a:xfrm>
          <a:off x="4896464" y="703079"/>
          <a:ext cx="1098000" cy="1098000"/>
        </a:xfrm>
        <a:prstGeom prst="round2DiagRect">
          <a:avLst>
            <a:gd name="adj1" fmla="val 29727"/>
            <a:gd name="adj2" fmla="val 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642393F-4B03-4442-958F-429562C5EE61}">
      <dsp:nvSpPr>
        <dsp:cNvPr id="0" name=""/>
        <dsp:cNvSpPr/>
      </dsp:nvSpPr>
      <dsp:spPr>
        <a:xfrm>
          <a:off x="5130464" y="937080"/>
          <a:ext cx="630000" cy="630000"/>
        </a:xfrm>
        <a:prstGeom prst="rect">
          <a:avLst/>
        </a:prstGeom>
        <a:blipFill rotWithShape="1">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43B9CF2-FB47-45D4-AB7C-BC503EEFA75B}">
      <dsp:nvSpPr>
        <dsp:cNvPr id="0" name=""/>
        <dsp:cNvSpPr/>
      </dsp:nvSpPr>
      <dsp:spPr>
        <a:xfrm>
          <a:off x="4545464" y="2143080"/>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US" sz="1500" kern="1200" dirty="0" err="1"/>
            <a:t>Sphumelele</a:t>
          </a:r>
          <a:r>
            <a:rPr lang="en-US" sz="1500" kern="1200" dirty="0"/>
            <a:t> Ngidi</a:t>
          </a:r>
        </a:p>
        <a:p>
          <a:pPr marL="0" lvl="0" indent="0" algn="ctr" defTabSz="666750">
            <a:lnSpc>
              <a:spcPct val="100000"/>
            </a:lnSpc>
            <a:spcBef>
              <a:spcPct val="0"/>
            </a:spcBef>
            <a:spcAft>
              <a:spcPct val="35000"/>
            </a:spcAft>
            <a:buNone/>
            <a:defRPr cap="all"/>
          </a:pPr>
          <a:r>
            <a:rPr lang="en-US" sz="1500" kern="1200" dirty="0"/>
            <a:t>225006095</a:t>
          </a:r>
        </a:p>
      </dsp:txBody>
      <dsp:txXfrm>
        <a:off x="4545464" y="2143080"/>
        <a:ext cx="1800000" cy="720000"/>
      </dsp:txXfrm>
    </dsp:sp>
    <dsp:sp modelId="{58FA1A02-002B-4B85-A634-98AC7D5D27E6}">
      <dsp:nvSpPr>
        <dsp:cNvPr id="0" name=""/>
        <dsp:cNvSpPr/>
      </dsp:nvSpPr>
      <dsp:spPr>
        <a:xfrm>
          <a:off x="7011464" y="703079"/>
          <a:ext cx="1098000" cy="1098000"/>
        </a:xfrm>
        <a:prstGeom prst="round2DiagRect">
          <a:avLst>
            <a:gd name="adj1" fmla="val 29727"/>
            <a:gd name="adj2" fmla="val 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2412D80-15B4-4BD1-A584-1745D761DD6A}">
      <dsp:nvSpPr>
        <dsp:cNvPr id="0" name=""/>
        <dsp:cNvSpPr/>
      </dsp:nvSpPr>
      <dsp:spPr>
        <a:xfrm>
          <a:off x="7245464" y="937080"/>
          <a:ext cx="630000" cy="630000"/>
        </a:xfrm>
        <a:prstGeom prst="rect">
          <a:avLst/>
        </a:prstGeom>
        <a:blipFill rotWithShape="1">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8FB515D-A1F5-445F-9D1E-1BD9333733B8}">
      <dsp:nvSpPr>
        <dsp:cNvPr id="0" name=""/>
        <dsp:cNvSpPr/>
      </dsp:nvSpPr>
      <dsp:spPr>
        <a:xfrm>
          <a:off x="6660464" y="2143080"/>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US" sz="1500" kern="1200" dirty="0"/>
            <a:t>Lihle Nkomo</a:t>
          </a:r>
        </a:p>
        <a:p>
          <a:pPr marL="0" lvl="0" indent="0" algn="ctr" defTabSz="666750">
            <a:lnSpc>
              <a:spcPct val="100000"/>
            </a:lnSpc>
            <a:spcBef>
              <a:spcPct val="0"/>
            </a:spcBef>
            <a:spcAft>
              <a:spcPct val="35000"/>
            </a:spcAft>
            <a:buNone/>
            <a:defRPr cap="all"/>
          </a:pPr>
          <a:r>
            <a:rPr lang="en-US" sz="1500" kern="1200" dirty="0"/>
            <a:t>225163975</a:t>
          </a:r>
        </a:p>
      </dsp:txBody>
      <dsp:txXfrm>
        <a:off x="6660464" y="2143080"/>
        <a:ext cx="1800000" cy="720000"/>
      </dsp:txXfrm>
    </dsp:sp>
    <dsp:sp modelId="{576D1B2D-2EAB-4A98-B11C-ABD3DC66C2A6}">
      <dsp:nvSpPr>
        <dsp:cNvPr id="0" name=""/>
        <dsp:cNvSpPr/>
      </dsp:nvSpPr>
      <dsp:spPr>
        <a:xfrm>
          <a:off x="9126464" y="703079"/>
          <a:ext cx="1098000" cy="1098000"/>
        </a:xfrm>
        <a:prstGeom prst="round2DiagRect">
          <a:avLst>
            <a:gd name="adj1" fmla="val 29727"/>
            <a:gd name="adj2" fmla="val 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776B8F4-80A4-4F7D-B274-376615BE288A}">
      <dsp:nvSpPr>
        <dsp:cNvPr id="0" name=""/>
        <dsp:cNvSpPr/>
      </dsp:nvSpPr>
      <dsp:spPr>
        <a:xfrm>
          <a:off x="9360464" y="937080"/>
          <a:ext cx="630000" cy="630000"/>
        </a:xfrm>
        <a:prstGeom prst="rect">
          <a:avLst/>
        </a:prstGeom>
        <a:blipFill rotWithShape="1">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1CDCB0D-500D-44AC-9BE2-869FF8D1F015}">
      <dsp:nvSpPr>
        <dsp:cNvPr id="0" name=""/>
        <dsp:cNvSpPr/>
      </dsp:nvSpPr>
      <dsp:spPr>
        <a:xfrm>
          <a:off x="8775464" y="2143080"/>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US" sz="1500" kern="1200" dirty="0"/>
            <a:t>Wandile Zuke</a:t>
          </a:r>
        </a:p>
        <a:p>
          <a:pPr marL="0" lvl="0" indent="0" algn="ctr" defTabSz="666750">
            <a:lnSpc>
              <a:spcPct val="100000"/>
            </a:lnSpc>
            <a:spcBef>
              <a:spcPct val="0"/>
            </a:spcBef>
            <a:spcAft>
              <a:spcPct val="35000"/>
            </a:spcAft>
            <a:buNone/>
            <a:defRPr cap="all"/>
          </a:pPr>
          <a:r>
            <a:rPr lang="en-US" sz="1500" kern="1200" dirty="0"/>
            <a:t>225024142</a:t>
          </a:r>
        </a:p>
      </dsp:txBody>
      <dsp:txXfrm>
        <a:off x="8775464" y="2143080"/>
        <a:ext cx="1800000" cy="7200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981D93-CCFF-4CB1-A7FA-DBDA2F1C3739}">
      <dsp:nvSpPr>
        <dsp:cNvPr id="0" name=""/>
        <dsp:cNvSpPr/>
      </dsp:nvSpPr>
      <dsp:spPr>
        <a:xfrm>
          <a:off x="1075786" y="97439"/>
          <a:ext cx="757591" cy="757591"/>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1D6411A-BE05-4356-B458-DB0745912239}">
      <dsp:nvSpPr>
        <dsp:cNvPr id="0" name=""/>
        <dsp:cNvSpPr/>
      </dsp:nvSpPr>
      <dsp:spPr>
        <a:xfrm>
          <a:off x="1234880" y="256533"/>
          <a:ext cx="439402" cy="43940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8B03AC0-ACAF-45F5-B3B9-000C3B89DE9D}">
      <dsp:nvSpPr>
        <dsp:cNvPr id="0" name=""/>
        <dsp:cNvSpPr/>
      </dsp:nvSpPr>
      <dsp:spPr>
        <a:xfrm>
          <a:off x="1995718" y="97439"/>
          <a:ext cx="1785750" cy="7575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b="1" i="0" u="none" kern="1200" dirty="0"/>
            <a:t>Project duration is approximately 11 weeks. Changes outside the agreed scope may require additional time and cost</a:t>
          </a:r>
          <a:r>
            <a:rPr lang="en-US" sz="1100" b="0" i="0" u="none" kern="1200" dirty="0"/>
            <a:t>.</a:t>
          </a:r>
          <a:endParaRPr lang="en-US" sz="1100" kern="1200" dirty="0"/>
        </a:p>
      </dsp:txBody>
      <dsp:txXfrm>
        <a:off x="1995718" y="97439"/>
        <a:ext cx="1785750" cy="757591"/>
      </dsp:txXfrm>
    </dsp:sp>
    <dsp:sp modelId="{FADE628D-D228-497F-AC8E-6E3C7A8C6A86}">
      <dsp:nvSpPr>
        <dsp:cNvPr id="0" name=""/>
        <dsp:cNvSpPr/>
      </dsp:nvSpPr>
      <dsp:spPr>
        <a:xfrm>
          <a:off x="4092622" y="97439"/>
          <a:ext cx="757591" cy="757591"/>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911974A-FDF1-42F4-9676-3339717E8A6C}">
      <dsp:nvSpPr>
        <dsp:cNvPr id="0" name=""/>
        <dsp:cNvSpPr/>
      </dsp:nvSpPr>
      <dsp:spPr>
        <a:xfrm>
          <a:off x="4251717" y="256533"/>
          <a:ext cx="439402" cy="43940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EB78DA3-F941-4FBC-83CC-82035EF992C8}">
      <dsp:nvSpPr>
        <dsp:cNvPr id="0" name=""/>
        <dsp:cNvSpPr/>
      </dsp:nvSpPr>
      <dsp:spPr>
        <a:xfrm>
          <a:off x="5012555" y="97439"/>
          <a:ext cx="1785750" cy="7575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ZA" sz="1100" b="1" kern="1200" dirty="0">
              <a:solidFill>
                <a:schemeClr val="tx1">
                  <a:lumMod val="95000"/>
                  <a:lumOff val="5000"/>
                </a:schemeClr>
              </a:solidFill>
            </a:rPr>
            <a:t>Project decisions will be made collectively by the team. </a:t>
          </a:r>
          <a:endParaRPr lang="en-US" sz="1100" b="1" kern="1200" dirty="0">
            <a:solidFill>
              <a:schemeClr val="tx1">
                <a:lumMod val="95000"/>
                <a:lumOff val="5000"/>
              </a:schemeClr>
            </a:solidFill>
          </a:endParaRPr>
        </a:p>
      </dsp:txBody>
      <dsp:txXfrm>
        <a:off x="5012555" y="97439"/>
        <a:ext cx="1785750" cy="757591"/>
      </dsp:txXfrm>
    </dsp:sp>
    <dsp:sp modelId="{0EF15544-F495-4DFE-9209-A1B64E69D151}">
      <dsp:nvSpPr>
        <dsp:cNvPr id="0" name=""/>
        <dsp:cNvSpPr/>
      </dsp:nvSpPr>
      <dsp:spPr>
        <a:xfrm>
          <a:off x="7109459" y="97439"/>
          <a:ext cx="757591" cy="757591"/>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302DD22-1AB1-49E4-AC4B-A9D300E6BE17}">
      <dsp:nvSpPr>
        <dsp:cNvPr id="0" name=""/>
        <dsp:cNvSpPr/>
      </dsp:nvSpPr>
      <dsp:spPr>
        <a:xfrm>
          <a:off x="7268553" y="256533"/>
          <a:ext cx="439402" cy="43940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3CA0E8D-5C41-464A-B4B3-754210E9F24F}">
      <dsp:nvSpPr>
        <dsp:cNvPr id="0" name=""/>
        <dsp:cNvSpPr/>
      </dsp:nvSpPr>
      <dsp:spPr>
        <a:xfrm>
          <a:off x="8029391" y="97439"/>
          <a:ext cx="1785750" cy="7575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kern="1200" dirty="0">
              <a:solidFill>
                <a:schemeClr val="tx1">
                  <a:lumMod val="95000"/>
                  <a:lumOff val="5000"/>
                </a:schemeClr>
              </a:solidFill>
              <a:latin typeface="Aptos" pitchFamily="34" charset="0"/>
              <a:ea typeface="Aptos" pitchFamily="34" charset="-122"/>
              <a:cs typeface="Aptos" pitchFamily="34" charset="-120"/>
            </a:rPr>
            <a:t>The proposal is for lecturer approval of the chosen topic before full development begins.</a:t>
          </a:r>
          <a:endParaRPr lang="en-US" sz="1100" kern="1200" dirty="0">
            <a:solidFill>
              <a:schemeClr val="tx1">
                <a:lumMod val="95000"/>
                <a:lumOff val="5000"/>
              </a:schemeClr>
            </a:solidFill>
          </a:endParaRPr>
        </a:p>
      </dsp:txBody>
      <dsp:txXfrm>
        <a:off x="8029391" y="97439"/>
        <a:ext cx="1785750" cy="757591"/>
      </dsp:txXfrm>
    </dsp:sp>
    <dsp:sp modelId="{E8C50012-1111-40F6-A7B3-278D1B0F0FF1}">
      <dsp:nvSpPr>
        <dsp:cNvPr id="0" name=""/>
        <dsp:cNvSpPr/>
      </dsp:nvSpPr>
      <dsp:spPr>
        <a:xfrm>
          <a:off x="1075786" y="1490638"/>
          <a:ext cx="757591" cy="757591"/>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8635303-5647-494A-BEA5-EAD39E3706DE}">
      <dsp:nvSpPr>
        <dsp:cNvPr id="0" name=""/>
        <dsp:cNvSpPr/>
      </dsp:nvSpPr>
      <dsp:spPr>
        <a:xfrm>
          <a:off x="1234880" y="1649732"/>
          <a:ext cx="439402" cy="43940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DE724F7-42D0-42C3-B3BC-20F7BC61A027}">
      <dsp:nvSpPr>
        <dsp:cNvPr id="0" name=""/>
        <dsp:cNvSpPr/>
      </dsp:nvSpPr>
      <dsp:spPr>
        <a:xfrm>
          <a:off x="1995718" y="1490638"/>
          <a:ext cx="1785750" cy="7575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ZA" sz="1100" b="1" kern="1200" dirty="0"/>
            <a:t>User information will be handled securely and confidentially. . </a:t>
          </a:r>
          <a:endParaRPr lang="en-US" sz="1100" b="1" kern="1200" dirty="0"/>
        </a:p>
      </dsp:txBody>
      <dsp:txXfrm>
        <a:off x="1995718" y="1490638"/>
        <a:ext cx="1785750" cy="757591"/>
      </dsp:txXfrm>
    </dsp:sp>
    <dsp:sp modelId="{10041391-00B3-4FF9-BDD2-75E64B967518}">
      <dsp:nvSpPr>
        <dsp:cNvPr id="0" name=""/>
        <dsp:cNvSpPr/>
      </dsp:nvSpPr>
      <dsp:spPr>
        <a:xfrm>
          <a:off x="4092622" y="1490638"/>
          <a:ext cx="757591" cy="757591"/>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7B35062-C2CA-46B8-A446-1AD2B92E4C08}">
      <dsp:nvSpPr>
        <dsp:cNvPr id="0" name=""/>
        <dsp:cNvSpPr/>
      </dsp:nvSpPr>
      <dsp:spPr>
        <a:xfrm>
          <a:off x="4251717" y="1649732"/>
          <a:ext cx="439402" cy="43940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7B85808-10D0-426B-B905-4A8743FDD923}">
      <dsp:nvSpPr>
        <dsp:cNvPr id="0" name=""/>
        <dsp:cNvSpPr/>
      </dsp:nvSpPr>
      <dsp:spPr>
        <a:xfrm>
          <a:off x="5012555" y="1490638"/>
          <a:ext cx="1785750" cy="7575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kern="1200" dirty="0">
              <a:solidFill>
                <a:schemeClr val="tx1">
                  <a:lumMod val="95000"/>
                  <a:lumOff val="5000"/>
                </a:schemeClr>
              </a:solidFill>
              <a:latin typeface="Aptos" pitchFamily="34" charset="0"/>
              <a:ea typeface="Aptos" pitchFamily="34" charset="-122"/>
              <a:cs typeface="Aptos" pitchFamily="34" charset="-120"/>
            </a:rPr>
            <a:t>Free/open-source tools will be prioritized where possible.</a:t>
          </a:r>
          <a:endParaRPr lang="en-US" sz="1100" kern="1200" dirty="0">
            <a:solidFill>
              <a:schemeClr val="tx1">
                <a:lumMod val="95000"/>
                <a:lumOff val="5000"/>
              </a:schemeClr>
            </a:solidFill>
          </a:endParaRPr>
        </a:p>
      </dsp:txBody>
      <dsp:txXfrm>
        <a:off x="5012555" y="1490638"/>
        <a:ext cx="1785750" cy="757591"/>
      </dsp:txXfrm>
    </dsp:sp>
    <dsp:sp modelId="{D59F753F-447C-4BD7-9D72-3563D9AC0FA7}">
      <dsp:nvSpPr>
        <dsp:cNvPr id="0" name=""/>
        <dsp:cNvSpPr/>
      </dsp:nvSpPr>
      <dsp:spPr>
        <a:xfrm>
          <a:off x="7109459" y="1490638"/>
          <a:ext cx="757591" cy="757591"/>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F89E2F6-496C-4B54-9F8D-972F1B688817}">
      <dsp:nvSpPr>
        <dsp:cNvPr id="0" name=""/>
        <dsp:cNvSpPr/>
      </dsp:nvSpPr>
      <dsp:spPr>
        <a:xfrm>
          <a:off x="7268553" y="1649732"/>
          <a:ext cx="439402" cy="43940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6E8BA3D-9584-47EF-A580-C80820910971}">
      <dsp:nvSpPr>
        <dsp:cNvPr id="0" name=""/>
        <dsp:cNvSpPr/>
      </dsp:nvSpPr>
      <dsp:spPr>
        <a:xfrm>
          <a:off x="8029391" y="1490638"/>
          <a:ext cx="1785750" cy="7575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ZA" sz="1100" kern="1200"/>
            <a:t>User Acceptance Testing (UAT) must be completed before final deployment. </a:t>
          </a:r>
          <a:endParaRPr lang="en-US" sz="1100" kern="1200"/>
        </a:p>
      </dsp:txBody>
      <dsp:txXfrm>
        <a:off x="8029391" y="1490638"/>
        <a:ext cx="1785750" cy="757591"/>
      </dsp:txXfrm>
    </dsp:sp>
    <dsp:sp modelId="{560FCE29-F164-4633-B3EF-3B230CA806A7}">
      <dsp:nvSpPr>
        <dsp:cNvPr id="0" name=""/>
        <dsp:cNvSpPr/>
      </dsp:nvSpPr>
      <dsp:spPr>
        <a:xfrm>
          <a:off x="1075786" y="2883837"/>
          <a:ext cx="757591" cy="757591"/>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5C5127D-C694-4F2C-9EE9-B8F9C3BE757D}">
      <dsp:nvSpPr>
        <dsp:cNvPr id="0" name=""/>
        <dsp:cNvSpPr/>
      </dsp:nvSpPr>
      <dsp:spPr>
        <a:xfrm>
          <a:off x="1234880" y="3042931"/>
          <a:ext cx="439402" cy="43940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A84982B-0C94-4F64-874E-FD51C2206E75}">
      <dsp:nvSpPr>
        <dsp:cNvPr id="0" name=""/>
        <dsp:cNvSpPr/>
      </dsp:nvSpPr>
      <dsp:spPr>
        <a:xfrm>
          <a:off x="1995718" y="2883837"/>
          <a:ext cx="1785750" cy="7575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US" sz="1100" kern="1200" dirty="0">
              <a:solidFill>
                <a:schemeClr val="tx1">
                  <a:lumMod val="95000"/>
                  <a:lumOff val="5000"/>
                </a:schemeClr>
              </a:solidFill>
              <a:latin typeface="Aptos" pitchFamily="34" charset="0"/>
              <a:ea typeface="Aptos" pitchFamily="34" charset="-122"/>
              <a:cs typeface="Aptos" pitchFamily="34" charset="-120"/>
            </a:rPr>
            <a:t>The scope may be refined after feedback, provided the core software engineering requirements remain satisfied.</a:t>
          </a:r>
          <a:endParaRPr lang="en-US" sz="1100" kern="1200" dirty="0">
            <a:solidFill>
              <a:schemeClr val="tx1">
                <a:lumMod val="95000"/>
                <a:lumOff val="5000"/>
              </a:schemeClr>
            </a:solidFill>
          </a:endParaRPr>
        </a:p>
      </dsp:txBody>
      <dsp:txXfrm>
        <a:off x="1995718" y="2883837"/>
        <a:ext cx="1785750" cy="757591"/>
      </dsp:txXfrm>
    </dsp:sp>
    <dsp:sp modelId="{778AF35C-ACCA-4A3E-AB93-D0EA3E9B5FD4}">
      <dsp:nvSpPr>
        <dsp:cNvPr id="0" name=""/>
        <dsp:cNvSpPr/>
      </dsp:nvSpPr>
      <dsp:spPr>
        <a:xfrm>
          <a:off x="4092622" y="2883837"/>
          <a:ext cx="757591" cy="757591"/>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C2DE92F-883A-4BAA-AD10-8BEACAFD86BD}">
      <dsp:nvSpPr>
        <dsp:cNvPr id="0" name=""/>
        <dsp:cNvSpPr/>
      </dsp:nvSpPr>
      <dsp:spPr>
        <a:xfrm>
          <a:off x="4251717" y="3042931"/>
          <a:ext cx="439402" cy="43940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3DD1B30-1E19-44CC-8ADE-F9CF3F104AFE}">
      <dsp:nvSpPr>
        <dsp:cNvPr id="0" name=""/>
        <dsp:cNvSpPr/>
      </dsp:nvSpPr>
      <dsp:spPr>
        <a:xfrm>
          <a:off x="5012555" y="2883837"/>
          <a:ext cx="1785750" cy="7575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ZA" sz="1100" b="1" kern="1200" dirty="0"/>
            <a:t>All documentation and software produced will be original work unless otherwise referenced. </a:t>
          </a:r>
          <a:endParaRPr lang="en-US" sz="1100" b="1" kern="1200" dirty="0"/>
        </a:p>
      </dsp:txBody>
      <dsp:txXfrm>
        <a:off x="5012555" y="2883837"/>
        <a:ext cx="1785750" cy="757591"/>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7/31/2026</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500217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7/31/2026</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012767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7/31/2026</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79664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7/31/2026</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4657719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7/31/2026</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64112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7/31/2026</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5292347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7/31/2026</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2531716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7/31/2026</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3621005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7/31/2026</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418307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7/31/2026</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5705435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7/31/2026</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32466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7/31/2026</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1524236"/>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13.jpe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20.sv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0.sv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1.sv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2.sv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2.sv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4.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pic>
        <p:nvPicPr>
          <p:cNvPr id="16" name="Picture 15" descr="Four wooden houses with different sizes">
            <a:extLst>
              <a:ext uri="{FF2B5EF4-FFF2-40B4-BE49-F238E27FC236}">
                <a16:creationId xmlns:a16="http://schemas.microsoft.com/office/drawing/2014/main" id="{B9916E0E-5F0B-EFBF-DC1D-00D71943030E}"/>
              </a:ext>
            </a:extLst>
          </p:cNvPr>
          <p:cNvPicPr>
            <a:picLocks noChangeAspect="1"/>
          </p:cNvPicPr>
          <p:nvPr/>
        </p:nvPicPr>
        <p:blipFill>
          <a:blip r:embed="rId2"/>
          <a:srcRect t="4933" b="10797"/>
          <a:stretch>
            <a:fillRect/>
          </a:stretch>
        </p:blipFill>
        <p:spPr>
          <a:xfrm>
            <a:off x="1" y="1"/>
            <a:ext cx="12191999" cy="6857999"/>
          </a:xfrm>
          <a:prstGeom prst="rect">
            <a:avLst/>
          </a:prstGeom>
        </p:spPr>
      </p:pic>
      <p:sp>
        <p:nvSpPr>
          <p:cNvPr id="17" name="Rectangle 16">
            <a:extLst>
              <a:ext uri="{FF2B5EF4-FFF2-40B4-BE49-F238E27FC236}">
                <a16:creationId xmlns:a16="http://schemas.microsoft.com/office/drawing/2014/main" id="{72E284DE-AB43-1296-3166-892F44A3A2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73183" y="173181"/>
            <a:ext cx="6858002" cy="6511640"/>
          </a:xfrm>
          <a:prstGeom prst="rect">
            <a:avLst/>
          </a:prstGeom>
          <a:gradFill>
            <a:gsLst>
              <a:gs pos="0">
                <a:schemeClr val="bg1">
                  <a:alpha val="0"/>
                </a:schemeClr>
              </a:gs>
              <a:gs pos="46000">
                <a:schemeClr val="bg1">
                  <a:alpha val="30000"/>
                </a:schemeClr>
              </a:gs>
              <a:gs pos="26000">
                <a:schemeClr val="bg1">
                  <a:alpha val="17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8578EA5D-AC43-ADBD-4A11-97773ADE12FF}"/>
              </a:ext>
            </a:extLst>
          </p:cNvPr>
          <p:cNvSpPr>
            <a:spLocks noGrp="1"/>
          </p:cNvSpPr>
          <p:nvPr>
            <p:ph type="ctrTitle"/>
          </p:nvPr>
        </p:nvSpPr>
        <p:spPr>
          <a:xfrm>
            <a:off x="457195" y="701964"/>
            <a:ext cx="5370950" cy="3640303"/>
          </a:xfrm>
        </p:spPr>
        <p:txBody>
          <a:bodyPr anchor="t">
            <a:normAutofit/>
          </a:bodyPr>
          <a:lstStyle/>
          <a:p>
            <a:pPr>
              <a:lnSpc>
                <a:spcPct val="90000"/>
              </a:lnSpc>
            </a:pPr>
            <a:r>
              <a:rPr lang="en-ZA" sz="5100" dirty="0">
                <a:solidFill>
                  <a:srgbClr val="FFFFFF"/>
                </a:solidFill>
              </a:rPr>
              <a:t>Smart Property &amp; Accommodation Management System</a:t>
            </a:r>
          </a:p>
        </p:txBody>
      </p:sp>
      <p:sp>
        <p:nvSpPr>
          <p:cNvPr id="3" name="Subtitle 2">
            <a:extLst>
              <a:ext uri="{FF2B5EF4-FFF2-40B4-BE49-F238E27FC236}">
                <a16:creationId xmlns:a16="http://schemas.microsoft.com/office/drawing/2014/main" id="{B25271A5-EF02-6963-A07B-DF9395D24118}"/>
              </a:ext>
            </a:extLst>
          </p:cNvPr>
          <p:cNvSpPr>
            <a:spLocks noGrp="1"/>
          </p:cNvSpPr>
          <p:nvPr>
            <p:ph type="subTitle" idx="1"/>
          </p:nvPr>
        </p:nvSpPr>
        <p:spPr>
          <a:xfrm>
            <a:off x="468090" y="5253050"/>
            <a:ext cx="3888419" cy="969264"/>
          </a:xfrm>
        </p:spPr>
        <p:txBody>
          <a:bodyPr anchor="t">
            <a:normAutofit/>
          </a:bodyPr>
          <a:lstStyle/>
          <a:p>
            <a:r>
              <a:rPr lang="en-ZA" sz="2000" dirty="0">
                <a:solidFill>
                  <a:srgbClr val="FFFFFF"/>
                </a:solidFill>
              </a:rPr>
              <a:t>Project Proposal – ENEL2SEH2 PROJECT</a:t>
            </a:r>
          </a:p>
          <a:p>
            <a:endParaRPr lang="en-ZA" sz="2000" dirty="0">
              <a:solidFill>
                <a:srgbClr val="FFFFFF"/>
              </a:solidFill>
            </a:endParaRPr>
          </a:p>
        </p:txBody>
      </p:sp>
      <p:cxnSp>
        <p:nvCxnSpPr>
          <p:cNvPr id="18" name="Straight Connector 17">
            <a:extLst>
              <a:ext uri="{FF2B5EF4-FFF2-40B4-BE49-F238E27FC236}">
                <a16:creationId xmlns:a16="http://schemas.microsoft.com/office/drawing/2014/main" id="{97CC2FE6-3AD0-4131-B4BC-1F4D65E25E1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0329" y="4861206"/>
            <a:ext cx="978862"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159236"/>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991DBD3-5BDA-5FAD-2CA5-913CA6A9F505}"/>
              </a:ext>
            </a:extLst>
          </p:cNvPr>
          <p:cNvSpPr>
            <a:spLocks noGrp="1"/>
          </p:cNvSpPr>
          <p:nvPr>
            <p:ph type="title"/>
          </p:nvPr>
        </p:nvSpPr>
        <p:spPr>
          <a:xfrm>
            <a:off x="5496821" y="1371600"/>
            <a:ext cx="6034187" cy="1097280"/>
          </a:xfrm>
        </p:spPr>
        <p:txBody>
          <a:bodyPr>
            <a:normAutofit/>
          </a:bodyPr>
          <a:lstStyle/>
          <a:p>
            <a:r>
              <a:rPr lang="en-ZA" dirty="0"/>
              <a:t>Table of Content</a:t>
            </a:r>
          </a:p>
        </p:txBody>
      </p:sp>
      <p:pic>
        <p:nvPicPr>
          <p:cNvPr id="5" name="Picture 4" descr="Desk with productivity items">
            <a:extLst>
              <a:ext uri="{FF2B5EF4-FFF2-40B4-BE49-F238E27FC236}">
                <a16:creationId xmlns:a16="http://schemas.microsoft.com/office/drawing/2014/main" id="{7343DF7C-8317-8252-AB32-85A160E589B4}"/>
              </a:ext>
            </a:extLst>
          </p:cNvPr>
          <p:cNvPicPr>
            <a:picLocks noChangeAspect="1"/>
          </p:cNvPicPr>
          <p:nvPr/>
        </p:nvPicPr>
        <p:blipFill>
          <a:blip r:embed="rId2"/>
          <a:srcRect l="33983" r="18734" b="-1"/>
          <a:stretch>
            <a:fillRect/>
          </a:stretch>
        </p:blipFill>
        <p:spPr>
          <a:xfrm>
            <a:off x="20" y="10"/>
            <a:ext cx="4857871" cy="6857990"/>
          </a:xfrm>
          <a:prstGeom prst="rect">
            <a:avLst/>
          </a:prstGeom>
        </p:spPr>
      </p:pic>
      <p:cxnSp>
        <p:nvCxnSpPr>
          <p:cNvPr id="11" name="Straight Connector 10">
            <a:extLst>
              <a:ext uri="{FF2B5EF4-FFF2-40B4-BE49-F238E27FC236}">
                <a16:creationId xmlns:a16="http://schemas.microsoft.com/office/drawing/2014/main" id="{691422F5-4221-4812-AFD9-5479C6D60AD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580905" y="1031005"/>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15" name="Content Placeholder 2">
            <a:extLst>
              <a:ext uri="{FF2B5EF4-FFF2-40B4-BE49-F238E27FC236}">
                <a16:creationId xmlns:a16="http://schemas.microsoft.com/office/drawing/2014/main" id="{A7D0263C-C336-3A73-4AF0-202C43DD02F2}"/>
              </a:ext>
            </a:extLst>
          </p:cNvPr>
          <p:cNvGraphicFramePr>
            <a:graphicFrameLocks noGrp="1"/>
          </p:cNvGraphicFramePr>
          <p:nvPr>
            <p:ph idx="1"/>
          </p:nvPr>
        </p:nvGraphicFramePr>
        <p:xfrm>
          <a:off x="5496821" y="2633236"/>
          <a:ext cx="6034187" cy="36646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54594940"/>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A637580D-1176-4083-A9A1-BD8ED08996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35328C-E00D-EE91-9CAA-CE3252EAF880}"/>
              </a:ext>
            </a:extLst>
          </p:cNvPr>
          <p:cNvSpPr>
            <a:spLocks noGrp="1"/>
          </p:cNvSpPr>
          <p:nvPr>
            <p:ph type="title"/>
          </p:nvPr>
        </p:nvSpPr>
        <p:spPr>
          <a:xfrm>
            <a:off x="914400" y="1371600"/>
            <a:ext cx="10360152" cy="1139911"/>
          </a:xfrm>
        </p:spPr>
        <p:txBody>
          <a:bodyPr>
            <a:normAutofit/>
          </a:bodyPr>
          <a:lstStyle/>
          <a:p>
            <a:r>
              <a:rPr lang="en-ZA" dirty="0"/>
              <a:t>Executive Summary</a:t>
            </a:r>
          </a:p>
        </p:txBody>
      </p:sp>
      <p:cxnSp>
        <p:nvCxnSpPr>
          <p:cNvPr id="28" name="Straight Connector 27">
            <a:extLst>
              <a:ext uri="{FF2B5EF4-FFF2-40B4-BE49-F238E27FC236}">
                <a16:creationId xmlns:a16="http://schemas.microsoft.com/office/drawing/2014/main" id="{B9C96FDC-E4C2-7D8A-44BA-572E7CD9E89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91585" y="1027306"/>
            <a:ext cx="10208830"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51C74606-6E07-90A7-25D0-A8BD30B38CCB}"/>
              </a:ext>
            </a:extLst>
          </p:cNvPr>
          <p:cNvGraphicFramePr>
            <a:graphicFrameLocks noGrp="1"/>
          </p:cNvGraphicFramePr>
          <p:nvPr>
            <p:ph idx="1"/>
            <p:extLst>
              <p:ext uri="{D42A27DB-BD31-4B8C-83A1-F6EECF244321}">
                <p14:modId xmlns:p14="http://schemas.microsoft.com/office/powerpoint/2010/main" val="329588284"/>
              </p:ext>
            </p:extLst>
          </p:nvPr>
        </p:nvGraphicFramePr>
        <p:xfrm>
          <a:off x="914400" y="2607561"/>
          <a:ext cx="10363200" cy="369035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33094599"/>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2919659-650A-F541-267A-81B4A3EB3D0E}"/>
              </a:ext>
            </a:extLst>
          </p:cNvPr>
          <p:cNvSpPr>
            <a:spLocks noGrp="1"/>
          </p:cNvSpPr>
          <p:nvPr>
            <p:ph type="title"/>
          </p:nvPr>
        </p:nvSpPr>
        <p:spPr>
          <a:xfrm>
            <a:off x="5029200" y="914400"/>
            <a:ext cx="6501810" cy="1097280"/>
          </a:xfrm>
        </p:spPr>
        <p:txBody>
          <a:bodyPr anchor="t">
            <a:normAutofit/>
          </a:bodyPr>
          <a:lstStyle/>
          <a:p>
            <a:r>
              <a:rPr lang="en-ZA" dirty="0"/>
              <a:t>Objectives</a:t>
            </a:r>
          </a:p>
        </p:txBody>
      </p:sp>
      <p:pic>
        <p:nvPicPr>
          <p:cNvPr id="16" name="Picture 15" descr="A midsection of a person holding a miniature house">
            <a:extLst>
              <a:ext uri="{FF2B5EF4-FFF2-40B4-BE49-F238E27FC236}">
                <a16:creationId xmlns:a16="http://schemas.microsoft.com/office/drawing/2014/main" id="{3325D623-0DE1-8738-26E1-A642AC93750D}"/>
              </a:ext>
            </a:extLst>
          </p:cNvPr>
          <p:cNvPicPr>
            <a:picLocks noChangeAspect="1"/>
          </p:cNvPicPr>
          <p:nvPr/>
        </p:nvPicPr>
        <p:blipFill>
          <a:blip r:embed="rId2"/>
          <a:srcRect l="24848" r="23178" b="-1"/>
          <a:stretch>
            <a:fillRect/>
          </a:stretch>
        </p:blipFill>
        <p:spPr>
          <a:xfrm>
            <a:off x="20" y="914399"/>
            <a:ext cx="4416532" cy="5353523"/>
          </a:xfrm>
          <a:prstGeom prst="rect">
            <a:avLst/>
          </a:prstGeom>
        </p:spPr>
      </p:pic>
      <p:cxnSp>
        <p:nvCxnSpPr>
          <p:cNvPr id="11" name="Straight Connector 10">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4416552" cy="1"/>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19" name="Content Placeholder 2">
            <a:extLst>
              <a:ext uri="{FF2B5EF4-FFF2-40B4-BE49-F238E27FC236}">
                <a16:creationId xmlns:a16="http://schemas.microsoft.com/office/drawing/2014/main" id="{1A2DF1EC-E3C8-5B41-F0FE-5B4E98724083}"/>
              </a:ext>
            </a:extLst>
          </p:cNvPr>
          <p:cNvGraphicFramePr>
            <a:graphicFrameLocks noGrp="1"/>
          </p:cNvGraphicFramePr>
          <p:nvPr>
            <p:ph idx="1"/>
            <p:extLst>
              <p:ext uri="{D42A27DB-BD31-4B8C-83A1-F6EECF244321}">
                <p14:modId xmlns:p14="http://schemas.microsoft.com/office/powerpoint/2010/main" val="2059749011"/>
              </p:ext>
            </p:extLst>
          </p:nvPr>
        </p:nvGraphicFramePr>
        <p:xfrm>
          <a:off x="5029200" y="2176036"/>
          <a:ext cx="6501810" cy="412188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0201659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18689F0-C1AD-9F51-121E-18382B54F51A}"/>
              </a:ext>
            </a:extLst>
          </p:cNvPr>
          <p:cNvSpPr>
            <a:spLocks noGrp="1"/>
          </p:cNvSpPr>
          <p:nvPr>
            <p:ph type="title"/>
          </p:nvPr>
        </p:nvSpPr>
        <p:spPr>
          <a:xfrm>
            <a:off x="640080" y="914399"/>
            <a:ext cx="10847494" cy="1171069"/>
          </a:xfrm>
        </p:spPr>
        <p:txBody>
          <a:bodyPr anchor="t">
            <a:normAutofit/>
          </a:bodyPr>
          <a:lstStyle/>
          <a:p>
            <a:r>
              <a:rPr lang="en-ZA" dirty="0"/>
              <a:t>Scope of Work</a:t>
            </a:r>
          </a:p>
        </p:txBody>
      </p:sp>
      <p:pic>
        <p:nvPicPr>
          <p:cNvPr id="7" name="Graphic 6" descr="Target Audience">
            <a:extLst>
              <a:ext uri="{FF2B5EF4-FFF2-40B4-BE49-F238E27FC236}">
                <a16:creationId xmlns:a16="http://schemas.microsoft.com/office/drawing/2014/main" id="{866640EC-25E8-2F33-4C20-47356C4D015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13232" y="2256287"/>
            <a:ext cx="3760459" cy="3760459"/>
          </a:xfrm>
          <a:prstGeom prst="rect">
            <a:avLst/>
          </a:prstGeom>
        </p:spPr>
      </p:pic>
      <p:sp>
        <p:nvSpPr>
          <p:cNvPr id="3" name="Content Placeholder 2">
            <a:extLst>
              <a:ext uri="{FF2B5EF4-FFF2-40B4-BE49-F238E27FC236}">
                <a16:creationId xmlns:a16="http://schemas.microsoft.com/office/drawing/2014/main" id="{3BA16A75-E68B-7A4D-14B2-543804CFDC7F}"/>
              </a:ext>
            </a:extLst>
          </p:cNvPr>
          <p:cNvSpPr>
            <a:spLocks noGrp="1"/>
          </p:cNvSpPr>
          <p:nvPr>
            <p:ph idx="1"/>
          </p:nvPr>
        </p:nvSpPr>
        <p:spPr>
          <a:xfrm>
            <a:off x="5988818" y="914399"/>
            <a:ext cx="5489950" cy="4539636"/>
          </a:xfrm>
        </p:spPr>
        <p:txBody>
          <a:bodyPr anchor="t">
            <a:normAutofit fontScale="92500"/>
          </a:bodyPr>
          <a:lstStyle/>
          <a:p>
            <a:pPr marL="0" indent="0">
              <a:lnSpc>
                <a:spcPct val="110000"/>
              </a:lnSpc>
              <a:buNone/>
            </a:pPr>
            <a:r>
              <a:rPr lang="en-ZA" sz="1800" b="1" dirty="0"/>
              <a:t>In Scope</a:t>
            </a:r>
            <a:r>
              <a:rPr lang="en-ZA" sz="1100" dirty="0"/>
              <a:t> </a:t>
            </a:r>
            <a:r>
              <a:rPr lang="en-ZA" sz="1000" dirty="0"/>
              <a:t>: </a:t>
            </a:r>
          </a:p>
          <a:p>
            <a:pPr marL="0" indent="0">
              <a:lnSpc>
                <a:spcPct val="110000"/>
              </a:lnSpc>
              <a:buNone/>
            </a:pPr>
            <a:r>
              <a:rPr lang="en-US" sz="1100" dirty="0"/>
              <a:t>A login system for two user types: client and administrator.</a:t>
            </a:r>
          </a:p>
          <a:p>
            <a:pPr marL="0" indent="0">
              <a:lnSpc>
                <a:spcPct val="110000"/>
              </a:lnSpc>
              <a:buNone/>
            </a:pPr>
            <a:r>
              <a:rPr lang="en-US" sz="1100" dirty="0"/>
              <a:t>An administrator interface for adding, editing and removing fictional property listings.</a:t>
            </a:r>
          </a:p>
          <a:p>
            <a:pPr marL="0" indent="0">
              <a:lnSpc>
                <a:spcPct val="110000"/>
              </a:lnSpc>
              <a:buNone/>
            </a:pPr>
            <a:r>
              <a:rPr lang="en-US" sz="1100" dirty="0"/>
              <a:t>A client interface for viewing and searching available properties.</a:t>
            </a:r>
          </a:p>
          <a:p>
            <a:pPr marL="0" indent="0">
              <a:lnSpc>
                <a:spcPct val="110000"/>
              </a:lnSpc>
              <a:buNone/>
            </a:pPr>
            <a:r>
              <a:rPr lang="en-US" sz="1100" dirty="0"/>
              <a:t>A booking or viewing-request form where the client selects a property and preferred date.</a:t>
            </a:r>
          </a:p>
          <a:p>
            <a:pPr marL="0" indent="0">
              <a:lnSpc>
                <a:spcPct val="110000"/>
              </a:lnSpc>
              <a:buNone/>
            </a:pPr>
            <a:r>
              <a:rPr lang="en-US" sz="1100" dirty="0"/>
              <a:t>An administrator interface for approving, rejecting or cancelling requests.</a:t>
            </a:r>
          </a:p>
          <a:p>
            <a:pPr marL="0" indent="0">
              <a:lnSpc>
                <a:spcPct val="110000"/>
              </a:lnSpc>
              <a:buNone/>
            </a:pPr>
            <a:r>
              <a:rPr lang="en-US" sz="1100" dirty="0"/>
              <a:t>A linked database for storing users, properties and booking or viewing requests.</a:t>
            </a:r>
          </a:p>
          <a:p>
            <a:pPr marL="0" indent="0">
              <a:lnSpc>
                <a:spcPct val="110000"/>
              </a:lnSpc>
              <a:buNone/>
            </a:pPr>
            <a:r>
              <a:rPr lang="en-US" sz="1100" dirty="0"/>
              <a:t>Basic availability checking to prevent conflicting approved bookings.</a:t>
            </a:r>
          </a:p>
          <a:p>
            <a:pPr marL="0" indent="0">
              <a:lnSpc>
                <a:spcPct val="110000"/>
              </a:lnSpc>
              <a:buNone/>
            </a:pPr>
            <a:r>
              <a:rPr lang="en-US" sz="1100" dirty="0"/>
              <a:t>A simple summary report showing properties and booking-request statuses.</a:t>
            </a:r>
          </a:p>
          <a:p>
            <a:pPr marL="0" indent="0">
              <a:lnSpc>
                <a:spcPct val="110000"/>
              </a:lnSpc>
              <a:buNone/>
            </a:pPr>
            <a:r>
              <a:rPr lang="en-ZA" sz="700" dirty="0"/>
              <a:t> </a:t>
            </a:r>
          </a:p>
          <a:p>
            <a:pPr marL="0" indent="0">
              <a:lnSpc>
                <a:spcPct val="110000"/>
              </a:lnSpc>
              <a:buNone/>
            </a:pPr>
            <a:r>
              <a:rPr lang="en-ZA" sz="1600" b="1" dirty="0"/>
              <a:t>System Design: </a:t>
            </a:r>
          </a:p>
          <a:p>
            <a:pPr marL="0" indent="0">
              <a:lnSpc>
                <a:spcPct val="110000"/>
              </a:lnSpc>
              <a:buNone/>
            </a:pPr>
            <a:r>
              <a:rPr lang="en-ZA" sz="1100" dirty="0"/>
              <a:t>Design the user interface (UI/UX). </a:t>
            </a:r>
          </a:p>
          <a:p>
            <a:pPr marL="0" indent="0">
              <a:lnSpc>
                <a:spcPct val="110000"/>
              </a:lnSpc>
              <a:buNone/>
            </a:pPr>
            <a:r>
              <a:rPr lang="en-ZA" sz="1100" dirty="0"/>
              <a:t>Create system architecture. </a:t>
            </a:r>
          </a:p>
          <a:p>
            <a:pPr marL="0" indent="0">
              <a:lnSpc>
                <a:spcPct val="110000"/>
              </a:lnSpc>
              <a:buNone/>
            </a:pPr>
            <a:r>
              <a:rPr lang="en-ZA" sz="1100" dirty="0"/>
              <a:t>Design the database structure. </a:t>
            </a:r>
          </a:p>
          <a:p>
            <a:pPr marL="0" indent="0">
              <a:lnSpc>
                <a:spcPct val="110000"/>
              </a:lnSpc>
              <a:buNone/>
            </a:pPr>
            <a:r>
              <a:rPr lang="en-ZA" sz="1100" dirty="0"/>
              <a:t>Develop UML diagrams (Use Case, Class, Activity, ER Diagram).</a:t>
            </a:r>
          </a:p>
          <a:p>
            <a:pPr>
              <a:lnSpc>
                <a:spcPct val="110000"/>
              </a:lnSpc>
            </a:pPr>
            <a:endParaRPr lang="en-ZA" sz="700" dirty="0"/>
          </a:p>
        </p:txBody>
      </p:sp>
      <p:cxnSp>
        <p:nvCxnSpPr>
          <p:cNvPr id="22" name="Straight Connector 21">
            <a:extLst>
              <a:ext uri="{FF2B5EF4-FFF2-40B4-BE49-F238E27FC236}">
                <a16:creationId xmlns:a16="http://schemas.microsoft.com/office/drawing/2014/main" id="{2EA0F4A6-3CC9-C9E2-BA02-58FA29F7DD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818681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63F27BC-7079-4FF7-8F7C-ABC82FA3C2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2488E82-4E9E-BF85-5CA2-DA0673D2E47A}"/>
              </a:ext>
            </a:extLst>
          </p:cNvPr>
          <p:cNvSpPr>
            <a:spLocks noGrp="1"/>
          </p:cNvSpPr>
          <p:nvPr>
            <p:ph type="title"/>
          </p:nvPr>
        </p:nvSpPr>
        <p:spPr>
          <a:xfrm>
            <a:off x="640080" y="914401"/>
            <a:ext cx="4876801" cy="1569516"/>
          </a:xfrm>
        </p:spPr>
        <p:txBody>
          <a:bodyPr anchor="t">
            <a:normAutofit/>
          </a:bodyPr>
          <a:lstStyle/>
          <a:p>
            <a:r>
              <a:rPr lang="en-ZA" dirty="0"/>
              <a:t>Scope of Work</a:t>
            </a:r>
          </a:p>
        </p:txBody>
      </p:sp>
      <p:pic>
        <p:nvPicPr>
          <p:cNvPr id="7" name="Graphic 6" descr="Target Audience">
            <a:extLst>
              <a:ext uri="{FF2B5EF4-FFF2-40B4-BE49-F238E27FC236}">
                <a16:creationId xmlns:a16="http://schemas.microsoft.com/office/drawing/2014/main" id="{C4506F20-FA68-2805-E531-B67EC5DF472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72253" y="2129912"/>
            <a:ext cx="3919412" cy="3919412"/>
          </a:xfrm>
          <a:prstGeom prst="rect">
            <a:avLst/>
          </a:prstGeom>
        </p:spPr>
      </p:pic>
      <p:sp>
        <p:nvSpPr>
          <p:cNvPr id="3" name="Content Placeholder 2">
            <a:extLst>
              <a:ext uri="{FF2B5EF4-FFF2-40B4-BE49-F238E27FC236}">
                <a16:creationId xmlns:a16="http://schemas.microsoft.com/office/drawing/2014/main" id="{93562DFA-1D7A-C96C-A388-DC5A51E4F331}"/>
              </a:ext>
            </a:extLst>
          </p:cNvPr>
          <p:cNvSpPr>
            <a:spLocks noGrp="1"/>
          </p:cNvSpPr>
          <p:nvPr>
            <p:ph idx="1"/>
          </p:nvPr>
        </p:nvSpPr>
        <p:spPr>
          <a:xfrm>
            <a:off x="6400799" y="960119"/>
            <a:ext cx="5130210" cy="5022661"/>
          </a:xfrm>
        </p:spPr>
        <p:txBody>
          <a:bodyPr>
            <a:normAutofit/>
          </a:bodyPr>
          <a:lstStyle/>
          <a:p>
            <a:pPr marL="0" indent="0">
              <a:lnSpc>
                <a:spcPct val="110000"/>
              </a:lnSpc>
              <a:buNone/>
            </a:pPr>
            <a:r>
              <a:rPr lang="en-ZA" sz="1700" b="1" dirty="0"/>
              <a:t>Development:</a:t>
            </a:r>
          </a:p>
          <a:p>
            <a:pPr marL="0" indent="0">
              <a:lnSpc>
                <a:spcPct val="110000"/>
              </a:lnSpc>
              <a:buNone/>
            </a:pPr>
            <a:r>
              <a:rPr lang="en-ZA" sz="1700" dirty="0"/>
              <a:t>Develop the core features of the system, including:</a:t>
            </a:r>
          </a:p>
          <a:p>
            <a:pPr marL="0" indent="0">
              <a:lnSpc>
                <a:spcPct val="110000"/>
              </a:lnSpc>
              <a:buNone/>
            </a:pPr>
            <a:r>
              <a:rPr lang="en-ZA" sz="1700" dirty="0"/>
              <a:t>Customer registration and login. </a:t>
            </a:r>
          </a:p>
          <a:p>
            <a:pPr marL="0" indent="0">
              <a:lnSpc>
                <a:spcPct val="110000"/>
              </a:lnSpc>
              <a:buNone/>
            </a:pPr>
            <a:r>
              <a:rPr lang="en-ZA" sz="1700" dirty="0"/>
              <a:t>Property search and booking. </a:t>
            </a:r>
          </a:p>
          <a:p>
            <a:pPr marL="0" indent="0">
              <a:lnSpc>
                <a:spcPct val="110000"/>
              </a:lnSpc>
              <a:buNone/>
            </a:pPr>
            <a:r>
              <a:rPr lang="en-ZA" sz="1700" dirty="0"/>
              <a:t>Property owner dashboard. </a:t>
            </a:r>
          </a:p>
          <a:p>
            <a:pPr marL="0" indent="0">
              <a:lnSpc>
                <a:spcPct val="110000"/>
              </a:lnSpc>
              <a:buNone/>
            </a:pPr>
            <a:r>
              <a:rPr lang="en-ZA" sz="1700" dirty="0"/>
              <a:t>Property listing and photo upload. </a:t>
            </a:r>
          </a:p>
          <a:p>
            <a:pPr marL="0" indent="0">
              <a:lnSpc>
                <a:spcPct val="110000"/>
              </a:lnSpc>
              <a:buNone/>
            </a:pPr>
            <a:r>
              <a:rPr lang="en-ZA" sz="1700" dirty="0"/>
              <a:t>Booking and reservation management.</a:t>
            </a:r>
          </a:p>
          <a:p>
            <a:pPr marL="0" indent="0">
              <a:lnSpc>
                <a:spcPct val="110000"/>
              </a:lnSpc>
              <a:buNone/>
            </a:pPr>
            <a:r>
              <a:rPr lang="en-ZA" sz="1700" dirty="0"/>
              <a:t>Reviews and ratings. </a:t>
            </a:r>
          </a:p>
          <a:p>
            <a:pPr marL="0" indent="0">
              <a:lnSpc>
                <a:spcPct val="110000"/>
              </a:lnSpc>
              <a:buNone/>
            </a:pPr>
            <a:r>
              <a:rPr lang="en-ZA" sz="1700" dirty="0"/>
              <a:t>Admin dashboard. </a:t>
            </a:r>
          </a:p>
          <a:p>
            <a:pPr marL="0" indent="0">
              <a:lnSpc>
                <a:spcPct val="110000"/>
              </a:lnSpc>
              <a:buNone/>
            </a:pPr>
            <a:r>
              <a:rPr lang="en-ZA" sz="1700" dirty="0"/>
              <a:t>Maintenance request management.</a:t>
            </a:r>
          </a:p>
          <a:p>
            <a:pPr>
              <a:lnSpc>
                <a:spcPct val="110000"/>
              </a:lnSpc>
            </a:pPr>
            <a:endParaRPr lang="en-ZA" sz="1700" dirty="0"/>
          </a:p>
        </p:txBody>
      </p:sp>
      <p:cxnSp>
        <p:nvCxnSpPr>
          <p:cNvPr id="12" name="Straight Connector 11">
            <a:extLst>
              <a:ext uri="{FF2B5EF4-FFF2-40B4-BE49-F238E27FC236}">
                <a16:creationId xmlns:a16="http://schemas.microsoft.com/office/drawing/2014/main" id="{540DBD50-3CB1-A513-2321-1891E3F095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54900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63F27BC-7079-4FF7-8F7C-ABC82FA3C2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E66E1FE-46F8-CA56-ED0F-869332FED70F}"/>
              </a:ext>
            </a:extLst>
          </p:cNvPr>
          <p:cNvSpPr>
            <a:spLocks noGrp="1"/>
          </p:cNvSpPr>
          <p:nvPr>
            <p:ph type="title"/>
          </p:nvPr>
        </p:nvSpPr>
        <p:spPr>
          <a:xfrm>
            <a:off x="640080" y="1371601"/>
            <a:ext cx="4297680" cy="1789608"/>
          </a:xfrm>
        </p:spPr>
        <p:txBody>
          <a:bodyPr anchor="t">
            <a:normAutofit/>
          </a:bodyPr>
          <a:lstStyle/>
          <a:p>
            <a:r>
              <a:rPr lang="en-ZA" dirty="0"/>
              <a:t>Scope of Work</a:t>
            </a:r>
          </a:p>
        </p:txBody>
      </p:sp>
      <p:cxnSp>
        <p:nvCxnSpPr>
          <p:cNvPr id="12" name="Straight Connector 11">
            <a:extLst>
              <a:ext uri="{FF2B5EF4-FFF2-40B4-BE49-F238E27FC236}">
                <a16:creationId xmlns:a16="http://schemas.microsoft.com/office/drawing/2014/main" id="{40BBF191-9CC8-4313-B1CA-8DF1A53AE4F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7" name="Graphic 6" descr="Bug under Magnifying Glass">
            <a:extLst>
              <a:ext uri="{FF2B5EF4-FFF2-40B4-BE49-F238E27FC236}">
                <a16:creationId xmlns:a16="http://schemas.microsoft.com/office/drawing/2014/main" id="{BCA5D3E1-3054-581A-DB16-191D18B0B23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16280" y="3552264"/>
            <a:ext cx="2745660" cy="2745660"/>
          </a:xfrm>
          <a:prstGeom prst="rect">
            <a:avLst/>
          </a:prstGeom>
        </p:spPr>
      </p:pic>
      <p:sp>
        <p:nvSpPr>
          <p:cNvPr id="3" name="Content Placeholder 2">
            <a:extLst>
              <a:ext uri="{FF2B5EF4-FFF2-40B4-BE49-F238E27FC236}">
                <a16:creationId xmlns:a16="http://schemas.microsoft.com/office/drawing/2014/main" id="{808F29F0-435A-4F77-4E71-6315B248FC85}"/>
              </a:ext>
            </a:extLst>
          </p:cNvPr>
          <p:cNvSpPr>
            <a:spLocks noGrp="1"/>
          </p:cNvSpPr>
          <p:nvPr>
            <p:ph idx="1"/>
          </p:nvPr>
        </p:nvSpPr>
        <p:spPr>
          <a:xfrm>
            <a:off x="5641848" y="1371601"/>
            <a:ext cx="5888736" cy="4926323"/>
          </a:xfrm>
        </p:spPr>
        <p:txBody>
          <a:bodyPr>
            <a:normAutofit/>
          </a:bodyPr>
          <a:lstStyle/>
          <a:p>
            <a:pPr marL="0" indent="0">
              <a:buNone/>
            </a:pPr>
            <a:r>
              <a:rPr lang="en-ZA" b="1" dirty="0"/>
              <a:t>Testing:</a:t>
            </a:r>
          </a:p>
          <a:p>
            <a:pPr marL="0" indent="0">
              <a:buNone/>
            </a:pPr>
            <a:r>
              <a:rPr lang="en-ZA" dirty="0"/>
              <a:t>Perform unit testing. </a:t>
            </a:r>
          </a:p>
          <a:p>
            <a:pPr marL="0" indent="0">
              <a:buNone/>
            </a:pPr>
            <a:r>
              <a:rPr lang="en-ZA" dirty="0"/>
              <a:t>Conduct system and integration testing. </a:t>
            </a:r>
          </a:p>
          <a:p>
            <a:pPr marL="0" indent="0">
              <a:buNone/>
            </a:pPr>
            <a:r>
              <a:rPr lang="en-ZA" dirty="0"/>
              <a:t>Fix identified bugs and errors. </a:t>
            </a:r>
          </a:p>
          <a:p>
            <a:pPr marL="0" indent="0">
              <a:buNone/>
            </a:pPr>
            <a:r>
              <a:rPr lang="en-ZA" dirty="0"/>
              <a:t>Test security, performance, and usability. </a:t>
            </a:r>
          </a:p>
          <a:p>
            <a:pPr marL="0" indent="0">
              <a:buNone/>
            </a:pPr>
            <a:r>
              <a:rPr lang="en-ZA" b="1" dirty="0"/>
              <a:t>Deployment:</a:t>
            </a:r>
          </a:p>
          <a:p>
            <a:pPr marL="0" indent="0">
              <a:buNone/>
            </a:pPr>
            <a:r>
              <a:rPr lang="en-ZA" dirty="0"/>
              <a:t>Deploy the application to the production server. </a:t>
            </a:r>
          </a:p>
          <a:p>
            <a:pPr marL="0" indent="0">
              <a:buNone/>
            </a:pPr>
            <a:r>
              <a:rPr lang="en-ZA" dirty="0"/>
              <a:t>Configure the database and hosting environment. </a:t>
            </a:r>
          </a:p>
          <a:p>
            <a:pPr marL="0" indent="0">
              <a:buNone/>
            </a:pPr>
            <a:r>
              <a:rPr lang="en-ZA" dirty="0"/>
              <a:t>Verify all modules are functioning correctly. </a:t>
            </a:r>
          </a:p>
          <a:p>
            <a:pPr marL="0" indent="0">
              <a:buNone/>
            </a:pPr>
            <a:r>
              <a:rPr lang="en-ZA" dirty="0"/>
              <a:t>Launch the system for end users. </a:t>
            </a:r>
          </a:p>
          <a:p>
            <a:endParaRPr lang="en-ZA" dirty="0"/>
          </a:p>
        </p:txBody>
      </p:sp>
    </p:spTree>
    <p:extLst>
      <p:ext uri="{BB962C8B-B14F-4D97-AF65-F5344CB8AC3E}">
        <p14:creationId xmlns:p14="http://schemas.microsoft.com/office/powerpoint/2010/main" val="4028741770"/>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63F27BC-7079-4FF7-8F7C-ABC82FA3C2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EFFF92-EBE6-B947-78E7-3C014C813B4F}"/>
              </a:ext>
            </a:extLst>
          </p:cNvPr>
          <p:cNvSpPr>
            <a:spLocks noGrp="1"/>
          </p:cNvSpPr>
          <p:nvPr>
            <p:ph type="title"/>
          </p:nvPr>
        </p:nvSpPr>
        <p:spPr>
          <a:xfrm>
            <a:off x="640080" y="914401"/>
            <a:ext cx="4876801" cy="1569516"/>
          </a:xfrm>
        </p:spPr>
        <p:txBody>
          <a:bodyPr anchor="t">
            <a:normAutofit/>
          </a:bodyPr>
          <a:lstStyle/>
          <a:p>
            <a:r>
              <a:rPr lang="en-ZA" dirty="0"/>
              <a:t>Scope of Work</a:t>
            </a:r>
          </a:p>
        </p:txBody>
      </p:sp>
      <p:pic>
        <p:nvPicPr>
          <p:cNvPr id="7" name="Graphic 6" descr="Laptop Secure">
            <a:extLst>
              <a:ext uri="{FF2B5EF4-FFF2-40B4-BE49-F238E27FC236}">
                <a16:creationId xmlns:a16="http://schemas.microsoft.com/office/drawing/2014/main" id="{706B6E01-9D16-B722-7F45-1F000A69E32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13232" y="2857499"/>
            <a:ext cx="3125269" cy="3125269"/>
          </a:xfrm>
          <a:prstGeom prst="rect">
            <a:avLst/>
          </a:prstGeom>
        </p:spPr>
      </p:pic>
      <p:sp>
        <p:nvSpPr>
          <p:cNvPr id="3" name="Content Placeholder 2">
            <a:extLst>
              <a:ext uri="{FF2B5EF4-FFF2-40B4-BE49-F238E27FC236}">
                <a16:creationId xmlns:a16="http://schemas.microsoft.com/office/drawing/2014/main" id="{66F4C6F4-02FF-E94F-D7E5-C92869BD5511}"/>
              </a:ext>
            </a:extLst>
          </p:cNvPr>
          <p:cNvSpPr>
            <a:spLocks noGrp="1"/>
          </p:cNvSpPr>
          <p:nvPr>
            <p:ph idx="1"/>
          </p:nvPr>
        </p:nvSpPr>
        <p:spPr>
          <a:xfrm>
            <a:off x="6400799" y="960119"/>
            <a:ext cx="5130210" cy="5022661"/>
          </a:xfrm>
        </p:spPr>
        <p:txBody>
          <a:bodyPr>
            <a:normAutofit/>
          </a:bodyPr>
          <a:lstStyle/>
          <a:p>
            <a:pPr marL="0" indent="0">
              <a:buNone/>
            </a:pPr>
            <a:r>
              <a:rPr lang="en-ZA" b="1" dirty="0"/>
              <a:t>Support and Training:</a:t>
            </a:r>
          </a:p>
          <a:p>
            <a:pPr marL="0" indent="0">
              <a:buNone/>
            </a:pPr>
            <a:r>
              <a:rPr lang="en-ZA" dirty="0"/>
              <a:t>Train administrators and property owners on how to use the system. </a:t>
            </a:r>
          </a:p>
          <a:p>
            <a:pPr marL="0" indent="0">
              <a:buNone/>
            </a:pPr>
            <a:r>
              <a:rPr lang="en-ZA" dirty="0"/>
              <a:t>Provide user manuals and documentation. </a:t>
            </a:r>
          </a:p>
          <a:p>
            <a:pPr marL="0" indent="0">
              <a:buNone/>
            </a:pPr>
            <a:r>
              <a:rPr lang="en-ZA" dirty="0"/>
              <a:t>Offer technical support during the initial deployment period. </a:t>
            </a:r>
          </a:p>
          <a:p>
            <a:pPr marL="0" indent="0">
              <a:buNone/>
            </a:pPr>
            <a:r>
              <a:rPr lang="en-ZA" dirty="0"/>
              <a:t>Monitor the system and resolve any post-deployment issues.</a:t>
            </a:r>
          </a:p>
          <a:p>
            <a:endParaRPr lang="en-ZA" dirty="0"/>
          </a:p>
        </p:txBody>
      </p:sp>
      <p:cxnSp>
        <p:nvCxnSpPr>
          <p:cNvPr id="12" name="Straight Connector 11">
            <a:extLst>
              <a:ext uri="{FF2B5EF4-FFF2-40B4-BE49-F238E27FC236}">
                <a16:creationId xmlns:a16="http://schemas.microsoft.com/office/drawing/2014/main" id="{540DBD50-3CB1-A513-2321-1891E3F095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177833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7D44023-7CB0-DE45-D4E4-4A284ED658F1}"/>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3699BD8-E26C-A711-0740-C0A55B9463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B72704A-F4D3-4ABB-3D0F-30774C6F9DBA}"/>
              </a:ext>
            </a:extLst>
          </p:cNvPr>
          <p:cNvSpPr>
            <a:spLocks noGrp="1"/>
          </p:cNvSpPr>
          <p:nvPr>
            <p:ph type="title"/>
          </p:nvPr>
        </p:nvSpPr>
        <p:spPr>
          <a:xfrm>
            <a:off x="640080" y="914401"/>
            <a:ext cx="4876801" cy="1569516"/>
          </a:xfrm>
        </p:spPr>
        <p:txBody>
          <a:bodyPr anchor="t">
            <a:normAutofit/>
          </a:bodyPr>
          <a:lstStyle/>
          <a:p>
            <a:r>
              <a:rPr lang="en-ZA" dirty="0"/>
              <a:t>Scope of Work</a:t>
            </a:r>
          </a:p>
        </p:txBody>
      </p:sp>
      <p:pic>
        <p:nvPicPr>
          <p:cNvPr id="7" name="Graphic 6" descr="Laptop Secure">
            <a:extLst>
              <a:ext uri="{FF2B5EF4-FFF2-40B4-BE49-F238E27FC236}">
                <a16:creationId xmlns:a16="http://schemas.microsoft.com/office/drawing/2014/main" id="{381F7F6F-BD4C-F664-AC2B-2E3FF264548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13232" y="2857499"/>
            <a:ext cx="3125269" cy="3125269"/>
          </a:xfrm>
          <a:prstGeom prst="rect">
            <a:avLst/>
          </a:prstGeom>
        </p:spPr>
      </p:pic>
      <p:sp>
        <p:nvSpPr>
          <p:cNvPr id="3" name="Content Placeholder 2">
            <a:extLst>
              <a:ext uri="{FF2B5EF4-FFF2-40B4-BE49-F238E27FC236}">
                <a16:creationId xmlns:a16="http://schemas.microsoft.com/office/drawing/2014/main" id="{E5E90462-9CDB-C1AF-3D78-38E70A3C76CA}"/>
              </a:ext>
            </a:extLst>
          </p:cNvPr>
          <p:cNvSpPr>
            <a:spLocks noGrp="1"/>
          </p:cNvSpPr>
          <p:nvPr>
            <p:ph idx="1"/>
          </p:nvPr>
        </p:nvSpPr>
        <p:spPr>
          <a:xfrm>
            <a:off x="6421710" y="346168"/>
            <a:ext cx="5130210" cy="5022661"/>
          </a:xfrm>
        </p:spPr>
        <p:txBody>
          <a:bodyPr>
            <a:normAutofit fontScale="25000" lnSpcReduction="20000"/>
          </a:bodyPr>
          <a:lstStyle/>
          <a:p>
            <a:pPr marL="0" indent="0">
              <a:buNone/>
            </a:pPr>
            <a:r>
              <a:rPr lang="en-US" sz="6400" b="1" dirty="0">
                <a:solidFill>
                  <a:schemeClr val="tx1">
                    <a:lumMod val="95000"/>
                    <a:lumOff val="5000"/>
                  </a:schemeClr>
                </a:solidFill>
              </a:rPr>
              <a:t>Out Of Scope for Initial Prototype</a:t>
            </a:r>
          </a:p>
          <a:p>
            <a:pPr marL="0" indent="0">
              <a:buNone/>
            </a:pPr>
            <a:r>
              <a:rPr lang="en-US" sz="6400" dirty="0"/>
              <a:t>Direct booking of real properties owned by external landlords or accommodation providers.</a:t>
            </a:r>
          </a:p>
          <a:p>
            <a:pPr marL="0" indent="0">
              <a:buNone/>
            </a:pPr>
            <a:r>
              <a:rPr lang="en-US" sz="6400" dirty="0"/>
              <a:t>Real financial transactions or processing of actual rental payments.</a:t>
            </a:r>
          </a:p>
          <a:p>
            <a:pPr marL="0" indent="0">
              <a:buNone/>
            </a:pPr>
            <a:r>
              <a:rPr lang="en-US" sz="6400" dirty="0"/>
              <a:t>Legal verification of tenants, landlords, leases or uploaded documents.</a:t>
            </a:r>
          </a:p>
          <a:p>
            <a:pPr marL="0" indent="0">
              <a:buNone/>
            </a:pPr>
            <a:r>
              <a:rPr lang="en-US" sz="6400" dirty="0"/>
              <a:t>Automatic credit checks, background checks or tenant screening.</a:t>
            </a:r>
          </a:p>
          <a:p>
            <a:pPr marL="0" indent="0">
              <a:buNone/>
            </a:pPr>
            <a:r>
              <a:rPr lang="en-US" sz="6400" dirty="0"/>
              <a:t>Physical property inspections and maintenance work management.</a:t>
            </a:r>
          </a:p>
          <a:p>
            <a:pPr marL="0" indent="0">
              <a:buNone/>
            </a:pPr>
            <a:r>
              <a:rPr lang="en-US" sz="6400" dirty="0"/>
              <a:t>Integration with external property websites, banks or government systems.</a:t>
            </a:r>
          </a:p>
          <a:p>
            <a:pPr marL="0" indent="0">
              <a:buNone/>
            </a:pPr>
            <a:r>
              <a:rPr lang="en-US" sz="6400" dirty="0"/>
              <a:t>Mobile application development; the project will focus on a desktop-based prototype.</a:t>
            </a:r>
          </a:p>
          <a:p>
            <a:pPr marL="0" indent="0">
              <a:buNone/>
            </a:pPr>
            <a:r>
              <a:rPr lang="en-US" sz="6400" dirty="0"/>
              <a:t>Use of real personal, financial or property records. Demonstration data will be fictional.</a:t>
            </a:r>
          </a:p>
          <a:p>
            <a:pPr marL="0" indent="0">
              <a:buNone/>
            </a:pPr>
            <a:r>
              <a:rPr lang="en-US" sz="6400" dirty="0"/>
              <a:t>Full commercial deployment, public hosting or use by an actual property agency.</a:t>
            </a:r>
          </a:p>
          <a:p>
            <a:pPr marL="0" indent="0">
              <a:buNone/>
            </a:pPr>
            <a:endParaRPr lang="en-ZA" dirty="0"/>
          </a:p>
        </p:txBody>
      </p:sp>
      <p:cxnSp>
        <p:nvCxnSpPr>
          <p:cNvPr id="12" name="Straight Connector 11">
            <a:extLst>
              <a:ext uri="{FF2B5EF4-FFF2-40B4-BE49-F238E27FC236}">
                <a16:creationId xmlns:a16="http://schemas.microsoft.com/office/drawing/2014/main" id="{4C3CD8B3-5D28-6CE7-F16A-517D85DBA18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489135"/>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5B02DFB-6780-44AD-12C1-1AB9551B9B15}"/>
              </a:ext>
            </a:extLst>
          </p:cNvPr>
          <p:cNvSpPr>
            <a:spLocks noGrp="1"/>
          </p:cNvSpPr>
          <p:nvPr>
            <p:ph type="title"/>
          </p:nvPr>
        </p:nvSpPr>
        <p:spPr>
          <a:xfrm>
            <a:off x="509451" y="1023912"/>
            <a:ext cx="10890929" cy="939753"/>
          </a:xfrm>
        </p:spPr>
        <p:txBody>
          <a:bodyPr/>
          <a:lstStyle/>
          <a:p>
            <a:r>
              <a:rPr lang="en-ZA" dirty="0"/>
              <a:t>Project Timeline</a:t>
            </a:r>
          </a:p>
        </p:txBody>
      </p:sp>
      <p:sp>
        <p:nvSpPr>
          <p:cNvPr id="5" name="Text Placeholder 4">
            <a:extLst>
              <a:ext uri="{FF2B5EF4-FFF2-40B4-BE49-F238E27FC236}">
                <a16:creationId xmlns:a16="http://schemas.microsoft.com/office/drawing/2014/main" id="{1F91DD4C-5721-747E-164E-9F9ED48695BA}"/>
              </a:ext>
            </a:extLst>
          </p:cNvPr>
          <p:cNvSpPr>
            <a:spLocks noGrp="1"/>
          </p:cNvSpPr>
          <p:nvPr>
            <p:ph type="body" idx="1"/>
          </p:nvPr>
        </p:nvSpPr>
        <p:spPr>
          <a:xfrm>
            <a:off x="640079" y="1800101"/>
            <a:ext cx="5212080" cy="695373"/>
          </a:xfrm>
        </p:spPr>
        <p:txBody>
          <a:bodyPr>
            <a:normAutofit/>
          </a:bodyPr>
          <a:lstStyle/>
          <a:p>
            <a:r>
              <a:rPr lang="en-ZA" sz="2500" dirty="0"/>
              <a:t>Phase</a:t>
            </a:r>
          </a:p>
        </p:txBody>
      </p:sp>
      <p:sp>
        <p:nvSpPr>
          <p:cNvPr id="6" name="Content Placeholder 5">
            <a:extLst>
              <a:ext uri="{FF2B5EF4-FFF2-40B4-BE49-F238E27FC236}">
                <a16:creationId xmlns:a16="http://schemas.microsoft.com/office/drawing/2014/main" id="{7C03CA5E-C02F-BB44-D9EA-3BAE39163264}"/>
              </a:ext>
            </a:extLst>
          </p:cNvPr>
          <p:cNvSpPr>
            <a:spLocks noGrp="1"/>
          </p:cNvSpPr>
          <p:nvPr>
            <p:ph sz="half" idx="2"/>
          </p:nvPr>
        </p:nvSpPr>
        <p:spPr>
          <a:xfrm>
            <a:off x="640079" y="2495472"/>
            <a:ext cx="5212080" cy="4162002"/>
          </a:xfrm>
        </p:spPr>
        <p:txBody>
          <a:bodyPr>
            <a:normAutofit lnSpcReduction="10000"/>
          </a:bodyPr>
          <a:lstStyle/>
          <a:p>
            <a:r>
              <a:rPr lang="en-US" sz="1600" dirty="0"/>
              <a:t>Phase 0: Proposal draft and topic approval request</a:t>
            </a:r>
          </a:p>
          <a:p>
            <a:r>
              <a:rPr lang="en-US" sz="1600" dirty="0"/>
              <a:t>Phase 1: Chapter 1 &amp; 2 – Introduction, requirements and background</a:t>
            </a:r>
          </a:p>
          <a:p>
            <a:r>
              <a:rPr lang="en-US" sz="1600" dirty="0"/>
              <a:t>Phase 2: Chapter 3 &amp; 4: analysis, design and Documentation</a:t>
            </a:r>
          </a:p>
          <a:p>
            <a:r>
              <a:rPr lang="en-US" sz="1600" dirty="0"/>
              <a:t>Phase 3: Designing System modules and interfaces</a:t>
            </a:r>
          </a:p>
          <a:p>
            <a:r>
              <a:rPr lang="en-US" sz="1600" dirty="0"/>
              <a:t>Review: Submit phases 1-3 for lecturer review</a:t>
            </a:r>
          </a:p>
          <a:p>
            <a:r>
              <a:rPr lang="en-US" sz="1600" dirty="0"/>
              <a:t>Phases 4-5: Writing programs and building prototype demo</a:t>
            </a:r>
          </a:p>
          <a:p>
            <a:r>
              <a:rPr lang="en-US" sz="1600" dirty="0"/>
              <a:t>Phase 6-7: Testing, evaluation and review</a:t>
            </a:r>
          </a:p>
          <a:p>
            <a:r>
              <a:rPr lang="en-US" sz="1600" dirty="0"/>
              <a:t>Phase 8: Final report submission</a:t>
            </a:r>
            <a:endParaRPr lang="en-ZA" sz="1600" dirty="0"/>
          </a:p>
        </p:txBody>
      </p:sp>
      <p:sp>
        <p:nvSpPr>
          <p:cNvPr id="7" name="Text Placeholder 6">
            <a:extLst>
              <a:ext uri="{FF2B5EF4-FFF2-40B4-BE49-F238E27FC236}">
                <a16:creationId xmlns:a16="http://schemas.microsoft.com/office/drawing/2014/main" id="{7579AAC3-1681-DED6-F6EB-6A205E279392}"/>
              </a:ext>
            </a:extLst>
          </p:cNvPr>
          <p:cNvSpPr>
            <a:spLocks noGrp="1"/>
          </p:cNvSpPr>
          <p:nvPr>
            <p:ph type="body" sz="quarter" idx="3"/>
          </p:nvPr>
        </p:nvSpPr>
        <p:spPr>
          <a:xfrm>
            <a:off x="6318928" y="1800100"/>
            <a:ext cx="5212080" cy="695373"/>
          </a:xfrm>
        </p:spPr>
        <p:txBody>
          <a:bodyPr/>
          <a:lstStyle/>
          <a:p>
            <a:r>
              <a:rPr lang="en-ZA" sz="2500" dirty="0"/>
              <a:t>Duration</a:t>
            </a:r>
          </a:p>
        </p:txBody>
      </p:sp>
      <p:sp>
        <p:nvSpPr>
          <p:cNvPr id="3" name="Content Placeholder 5">
            <a:extLst>
              <a:ext uri="{FF2B5EF4-FFF2-40B4-BE49-F238E27FC236}">
                <a16:creationId xmlns:a16="http://schemas.microsoft.com/office/drawing/2014/main" id="{8E2EA9D1-16FB-C4C8-667F-08F6E7D36066}"/>
              </a:ext>
            </a:extLst>
          </p:cNvPr>
          <p:cNvSpPr txBox="1">
            <a:spLocks/>
          </p:cNvSpPr>
          <p:nvPr/>
        </p:nvSpPr>
        <p:spPr>
          <a:xfrm>
            <a:off x="6339843" y="2495472"/>
            <a:ext cx="5212080" cy="4162002"/>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t>Phase 0:  Week 1 – 1 week</a:t>
            </a:r>
          </a:p>
          <a:p>
            <a:r>
              <a:rPr lang="en-US" sz="1600" dirty="0"/>
              <a:t>Phase 1: Week 2 – 2 weeks</a:t>
            </a:r>
          </a:p>
          <a:p>
            <a:r>
              <a:rPr lang="en-US" sz="1600" dirty="0"/>
              <a:t>Phase 2: Week 4 – 2 weeks</a:t>
            </a:r>
          </a:p>
          <a:p>
            <a:r>
              <a:rPr lang="en-US" sz="1600" dirty="0"/>
              <a:t>Review: Week 4 ~ 1 week</a:t>
            </a:r>
          </a:p>
          <a:p>
            <a:r>
              <a:rPr lang="en-US" sz="1600" dirty="0"/>
              <a:t>Phases 4-5: Week 6 – 5 weeks</a:t>
            </a:r>
          </a:p>
          <a:p>
            <a:r>
              <a:rPr lang="en-US" sz="1600" dirty="0"/>
              <a:t>Phase 6-7: Week 11 – 2 Weeks</a:t>
            </a:r>
          </a:p>
          <a:p>
            <a:r>
              <a:rPr lang="en-US" sz="1600" dirty="0"/>
              <a:t>Phase 8: Week 13 ~1 Week - Submission</a:t>
            </a:r>
            <a:endParaRPr lang="en-ZA" sz="1600" dirty="0"/>
          </a:p>
        </p:txBody>
      </p:sp>
    </p:spTree>
    <p:extLst>
      <p:ext uri="{BB962C8B-B14F-4D97-AF65-F5344CB8AC3E}">
        <p14:creationId xmlns:p14="http://schemas.microsoft.com/office/powerpoint/2010/main" val="64392481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AA58B-3F05-6901-CA73-B41833BE2CCA}"/>
              </a:ext>
            </a:extLst>
          </p:cNvPr>
          <p:cNvSpPr>
            <a:spLocks noGrp="1"/>
          </p:cNvSpPr>
          <p:nvPr>
            <p:ph type="title"/>
          </p:nvPr>
        </p:nvSpPr>
        <p:spPr>
          <a:xfrm>
            <a:off x="640079" y="1196563"/>
            <a:ext cx="10890929" cy="939753"/>
          </a:xfrm>
        </p:spPr>
        <p:txBody>
          <a:bodyPr/>
          <a:lstStyle/>
          <a:p>
            <a:r>
              <a:rPr lang="en-ZA" dirty="0"/>
              <a:t>Budget Estimate</a:t>
            </a:r>
          </a:p>
        </p:txBody>
      </p:sp>
      <p:sp>
        <p:nvSpPr>
          <p:cNvPr id="3" name="Text Placeholder 2">
            <a:extLst>
              <a:ext uri="{FF2B5EF4-FFF2-40B4-BE49-F238E27FC236}">
                <a16:creationId xmlns:a16="http://schemas.microsoft.com/office/drawing/2014/main" id="{8B4C3B0D-CCA8-B57B-AF00-FD28ED5BABE3}"/>
              </a:ext>
            </a:extLst>
          </p:cNvPr>
          <p:cNvSpPr>
            <a:spLocks noGrp="1"/>
          </p:cNvSpPr>
          <p:nvPr>
            <p:ph type="body" idx="1"/>
          </p:nvPr>
        </p:nvSpPr>
        <p:spPr>
          <a:xfrm>
            <a:off x="660992" y="1898396"/>
            <a:ext cx="5212080" cy="695373"/>
          </a:xfrm>
        </p:spPr>
        <p:txBody>
          <a:bodyPr>
            <a:normAutofit/>
          </a:bodyPr>
          <a:lstStyle/>
          <a:p>
            <a:r>
              <a:rPr lang="en-ZA" sz="2500" dirty="0"/>
              <a:t>Items</a:t>
            </a:r>
          </a:p>
        </p:txBody>
      </p:sp>
      <p:sp>
        <p:nvSpPr>
          <p:cNvPr id="4" name="Content Placeholder 3">
            <a:extLst>
              <a:ext uri="{FF2B5EF4-FFF2-40B4-BE49-F238E27FC236}">
                <a16:creationId xmlns:a16="http://schemas.microsoft.com/office/drawing/2014/main" id="{9183835A-441F-F1D2-1547-CA9B98765C24}"/>
              </a:ext>
            </a:extLst>
          </p:cNvPr>
          <p:cNvSpPr>
            <a:spLocks noGrp="1"/>
          </p:cNvSpPr>
          <p:nvPr>
            <p:ph sz="half" idx="2"/>
          </p:nvPr>
        </p:nvSpPr>
        <p:spPr>
          <a:xfrm>
            <a:off x="640078" y="2593769"/>
            <a:ext cx="5212080" cy="3191256"/>
          </a:xfrm>
        </p:spPr>
        <p:txBody>
          <a:bodyPr>
            <a:noAutofit/>
          </a:bodyPr>
          <a:lstStyle/>
          <a:p>
            <a:r>
              <a:rPr lang="en-US" sz="1300" dirty="0"/>
              <a:t>Software tools and IDEs</a:t>
            </a:r>
          </a:p>
          <a:p>
            <a:r>
              <a:rPr lang="en-US" sz="1300" dirty="0"/>
              <a:t>Database and Libraries</a:t>
            </a:r>
          </a:p>
          <a:p>
            <a:r>
              <a:rPr lang="en-US" sz="1300" dirty="0"/>
              <a:t>Internet and Communication</a:t>
            </a:r>
          </a:p>
          <a:p>
            <a:r>
              <a:rPr lang="en-US" sz="1300" dirty="0"/>
              <a:t>Optional Printing</a:t>
            </a:r>
          </a:p>
          <a:p>
            <a:r>
              <a:rPr lang="en-US" sz="1300" dirty="0"/>
              <a:t>Contingency</a:t>
            </a:r>
          </a:p>
          <a:p>
            <a:endParaRPr lang="en-US" sz="1300" dirty="0"/>
          </a:p>
          <a:p>
            <a:pPr marL="0" indent="0">
              <a:buNone/>
            </a:pPr>
            <a:r>
              <a:rPr lang="en-US" sz="1300" dirty="0"/>
              <a:t>Overall estimate: software licensing cost is expected to remain minimal because the proposed prototype can be built using free development tools and open-source technologies.</a:t>
            </a:r>
          </a:p>
          <a:p>
            <a:endParaRPr lang="en-ZA" sz="1300" dirty="0"/>
          </a:p>
        </p:txBody>
      </p:sp>
      <p:sp>
        <p:nvSpPr>
          <p:cNvPr id="5" name="Text Placeholder 4">
            <a:extLst>
              <a:ext uri="{FF2B5EF4-FFF2-40B4-BE49-F238E27FC236}">
                <a16:creationId xmlns:a16="http://schemas.microsoft.com/office/drawing/2014/main" id="{F9CF1826-6E2C-7C4C-AA89-9A1A38157FDF}"/>
              </a:ext>
            </a:extLst>
          </p:cNvPr>
          <p:cNvSpPr>
            <a:spLocks noGrp="1"/>
          </p:cNvSpPr>
          <p:nvPr>
            <p:ph type="body" sz="quarter" idx="3"/>
          </p:nvPr>
        </p:nvSpPr>
        <p:spPr>
          <a:xfrm>
            <a:off x="6318928" y="1203023"/>
            <a:ext cx="5212080" cy="695373"/>
          </a:xfrm>
        </p:spPr>
        <p:txBody>
          <a:bodyPr>
            <a:normAutofit/>
          </a:bodyPr>
          <a:lstStyle/>
          <a:p>
            <a:r>
              <a:rPr lang="en-ZA" sz="2500" dirty="0"/>
              <a:t>Cost(Rands)</a:t>
            </a:r>
          </a:p>
        </p:txBody>
      </p:sp>
      <p:sp>
        <p:nvSpPr>
          <p:cNvPr id="6" name="Content Placeholder 5">
            <a:extLst>
              <a:ext uri="{FF2B5EF4-FFF2-40B4-BE49-F238E27FC236}">
                <a16:creationId xmlns:a16="http://schemas.microsoft.com/office/drawing/2014/main" id="{AD56348C-D54C-6BCE-DD70-82DE7DDAECEB}"/>
              </a:ext>
            </a:extLst>
          </p:cNvPr>
          <p:cNvSpPr>
            <a:spLocks noGrp="1"/>
          </p:cNvSpPr>
          <p:nvPr>
            <p:ph sz="quarter" idx="4"/>
          </p:nvPr>
        </p:nvSpPr>
        <p:spPr>
          <a:xfrm>
            <a:off x="6318928" y="2035565"/>
            <a:ext cx="5212080" cy="1886791"/>
          </a:xfrm>
        </p:spPr>
        <p:txBody>
          <a:bodyPr>
            <a:noAutofit/>
          </a:bodyPr>
          <a:lstStyle/>
          <a:p>
            <a:r>
              <a:rPr lang="en-US" sz="1300" dirty="0"/>
              <a:t>R0</a:t>
            </a:r>
          </a:p>
          <a:p>
            <a:r>
              <a:rPr lang="en-US" sz="1300" dirty="0"/>
              <a:t>R0</a:t>
            </a:r>
          </a:p>
          <a:p>
            <a:r>
              <a:rPr lang="en-US" sz="1300" dirty="0"/>
              <a:t>Variable</a:t>
            </a:r>
          </a:p>
          <a:p>
            <a:r>
              <a:rPr lang="en-US" sz="1300" dirty="0"/>
              <a:t>Low</a:t>
            </a:r>
          </a:p>
          <a:p>
            <a:r>
              <a:rPr lang="en-US" sz="1300" dirty="0"/>
              <a:t>Low</a:t>
            </a:r>
          </a:p>
          <a:p>
            <a:endParaRPr lang="en-US" sz="1300" dirty="0"/>
          </a:p>
          <a:p>
            <a:endParaRPr lang="en-ZA" sz="1300" dirty="0"/>
          </a:p>
        </p:txBody>
      </p:sp>
      <p:sp>
        <p:nvSpPr>
          <p:cNvPr id="7" name="Text Placeholder 4">
            <a:extLst>
              <a:ext uri="{FF2B5EF4-FFF2-40B4-BE49-F238E27FC236}">
                <a16:creationId xmlns:a16="http://schemas.microsoft.com/office/drawing/2014/main" id="{4EE7E6E3-25B8-1E83-5628-C8981516F3D5}"/>
              </a:ext>
            </a:extLst>
          </p:cNvPr>
          <p:cNvSpPr txBox="1">
            <a:spLocks/>
          </p:cNvSpPr>
          <p:nvPr/>
        </p:nvSpPr>
        <p:spPr>
          <a:xfrm>
            <a:off x="6318928" y="3853771"/>
            <a:ext cx="5212080" cy="695373"/>
          </a:xfrm>
          <a:prstGeom prst="rect">
            <a:avLst/>
          </a:prstGeom>
        </p:spPr>
        <p:txBody>
          <a:bodyPr vert="horz" lIns="91440" tIns="45720" rIns="91440" bIns="45720" rtlCol="0" anchor="b">
            <a:normAutofit/>
          </a:bodyPr>
          <a:lstStyle>
            <a:lvl1pPr marL="0" indent="0" algn="l" defTabSz="914400" rtl="0" eaLnBrk="1" latinLnBrk="0" hangingPunct="1">
              <a:lnSpc>
                <a:spcPct val="120000"/>
              </a:lnSpc>
              <a:spcBef>
                <a:spcPts val="1000"/>
              </a:spcBef>
              <a:buSzPct val="87000"/>
              <a:buFont typeface="Arial" panose="020B0604020202020204" pitchFamily="34" charset="0"/>
              <a:buNone/>
              <a:defRPr sz="1800" b="1" kern="1200" cap="all" spc="300" baseline="0">
                <a:solidFill>
                  <a:schemeClr val="tx1"/>
                </a:solidFill>
                <a:latin typeface="+mn-lt"/>
                <a:ea typeface="+mn-ea"/>
                <a:cs typeface="+mn-cs"/>
              </a:defRPr>
            </a:lvl1pPr>
            <a:lvl2pPr marL="457200" indent="0" algn="l" defTabSz="914400" rtl="0" eaLnBrk="1" latinLnBrk="0" hangingPunct="1">
              <a:lnSpc>
                <a:spcPct val="120000"/>
              </a:lnSpc>
              <a:spcBef>
                <a:spcPts val="500"/>
              </a:spcBef>
              <a:buSzPct val="87000"/>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120000"/>
              </a:lnSpc>
              <a:spcBef>
                <a:spcPts val="500"/>
              </a:spcBef>
              <a:buSzPct val="87000"/>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120000"/>
              </a:lnSpc>
              <a:spcBef>
                <a:spcPts val="500"/>
              </a:spcBef>
              <a:buSzPct val="87000"/>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120000"/>
              </a:lnSpc>
              <a:spcBef>
                <a:spcPts val="500"/>
              </a:spcBef>
              <a:buSzPct val="87000"/>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sz="2500" dirty="0"/>
              <a:t>K</a:t>
            </a:r>
            <a:r>
              <a:rPr lang="en-ZA" sz="2500" dirty="0"/>
              <a:t>EY RESOURCES REQUIRED</a:t>
            </a:r>
          </a:p>
        </p:txBody>
      </p:sp>
      <p:sp>
        <p:nvSpPr>
          <p:cNvPr id="9" name="Content Placeholder 5">
            <a:extLst>
              <a:ext uri="{FF2B5EF4-FFF2-40B4-BE49-F238E27FC236}">
                <a16:creationId xmlns:a16="http://schemas.microsoft.com/office/drawing/2014/main" id="{3D54621D-BC38-72E8-AD02-E8F6FAC7BD7E}"/>
              </a:ext>
            </a:extLst>
          </p:cNvPr>
          <p:cNvSpPr txBox="1">
            <a:spLocks/>
          </p:cNvSpPr>
          <p:nvPr/>
        </p:nvSpPr>
        <p:spPr>
          <a:xfrm>
            <a:off x="6339844" y="4549144"/>
            <a:ext cx="5212080" cy="1438227"/>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300" dirty="0"/>
              <a:t>Team coordination and regular progress tracking.</a:t>
            </a:r>
          </a:p>
          <a:p>
            <a:r>
              <a:rPr lang="en-US" sz="1300" dirty="0"/>
              <a:t>Reliable laptop access for design, coding and testing.</a:t>
            </a:r>
          </a:p>
          <a:p>
            <a:r>
              <a:rPr lang="en-US" sz="1300" dirty="0"/>
              <a:t>Stable database structure before implementation begins.</a:t>
            </a:r>
          </a:p>
          <a:p>
            <a:r>
              <a:rPr lang="en-US" sz="1300" dirty="0"/>
              <a:t>Shared folder/repository for documents, diagrams and source code.</a:t>
            </a:r>
          </a:p>
          <a:p>
            <a:r>
              <a:rPr lang="en-US" sz="1300" dirty="0"/>
              <a:t>Time management due to overlapping module workload.</a:t>
            </a:r>
          </a:p>
          <a:p>
            <a:endParaRPr lang="en-ZA" sz="1300" dirty="0"/>
          </a:p>
        </p:txBody>
      </p:sp>
    </p:spTree>
    <p:extLst>
      <p:ext uri="{BB962C8B-B14F-4D97-AF65-F5344CB8AC3E}">
        <p14:creationId xmlns:p14="http://schemas.microsoft.com/office/powerpoint/2010/main" val="97274841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4282C2A-F50A-9589-F2D0-6F7C38141AB7}"/>
              </a:ext>
            </a:extLst>
          </p:cNvPr>
          <p:cNvSpPr>
            <a:spLocks noGrp="1"/>
          </p:cNvSpPr>
          <p:nvPr>
            <p:ph type="title"/>
          </p:nvPr>
        </p:nvSpPr>
        <p:spPr/>
        <p:txBody>
          <a:bodyPr/>
          <a:lstStyle/>
          <a:p>
            <a:r>
              <a:rPr lang="en-ZA" dirty="0"/>
              <a:t>Team Overview</a:t>
            </a:r>
          </a:p>
        </p:txBody>
      </p:sp>
      <p:graphicFrame>
        <p:nvGraphicFramePr>
          <p:cNvPr id="10" name="Content Placeholder 7">
            <a:extLst>
              <a:ext uri="{FF2B5EF4-FFF2-40B4-BE49-F238E27FC236}">
                <a16:creationId xmlns:a16="http://schemas.microsoft.com/office/drawing/2014/main" id="{9D230244-8DAF-11B5-9D80-5B8A280689F9}"/>
              </a:ext>
            </a:extLst>
          </p:cNvPr>
          <p:cNvGraphicFramePr>
            <a:graphicFrameLocks noGrp="1"/>
          </p:cNvGraphicFramePr>
          <p:nvPr>
            <p:ph idx="1"/>
            <p:extLst>
              <p:ext uri="{D42A27DB-BD31-4B8C-83A1-F6EECF244321}">
                <p14:modId xmlns:p14="http://schemas.microsoft.com/office/powerpoint/2010/main" val="985470213"/>
              </p:ext>
            </p:extLst>
          </p:nvPr>
        </p:nvGraphicFramePr>
        <p:xfrm>
          <a:off x="640080" y="2633472"/>
          <a:ext cx="10890928" cy="35661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6632883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21C69525-1BE4-4BA0-A23C-3BB6C162EF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55ACDFA-BC0D-2624-6686-3AF3CAD10979}"/>
              </a:ext>
            </a:extLst>
          </p:cNvPr>
          <p:cNvSpPr>
            <a:spLocks noGrp="1"/>
          </p:cNvSpPr>
          <p:nvPr>
            <p:ph type="title"/>
          </p:nvPr>
        </p:nvSpPr>
        <p:spPr>
          <a:xfrm>
            <a:off x="640079" y="1371601"/>
            <a:ext cx="10890929" cy="1097280"/>
          </a:xfrm>
        </p:spPr>
        <p:txBody>
          <a:bodyPr>
            <a:normAutofit/>
          </a:bodyPr>
          <a:lstStyle/>
          <a:p>
            <a:r>
              <a:rPr lang="en-ZA"/>
              <a:t>Terms and Conditions</a:t>
            </a:r>
          </a:p>
        </p:txBody>
      </p:sp>
      <p:cxnSp>
        <p:nvCxnSpPr>
          <p:cNvPr id="18" name="Straight Connector 17">
            <a:extLst>
              <a:ext uri="{FF2B5EF4-FFF2-40B4-BE49-F238E27FC236}">
                <a16:creationId xmlns:a16="http://schemas.microsoft.com/office/drawing/2014/main" id="{B68AF875-C18B-4B48-AE4C-A63FD3CEFB1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ABF5519C-FB87-0621-9A7B-504E840FDCD3}"/>
              </a:ext>
            </a:extLst>
          </p:cNvPr>
          <p:cNvGraphicFramePr>
            <a:graphicFrameLocks noGrp="1"/>
          </p:cNvGraphicFramePr>
          <p:nvPr>
            <p:ph idx="1"/>
            <p:extLst>
              <p:ext uri="{D42A27DB-BD31-4B8C-83A1-F6EECF244321}">
                <p14:modId xmlns:p14="http://schemas.microsoft.com/office/powerpoint/2010/main" val="2717345514"/>
              </p:ext>
            </p:extLst>
          </p:nvPr>
        </p:nvGraphicFramePr>
        <p:xfrm>
          <a:off x="640079" y="2559050"/>
          <a:ext cx="10890929" cy="373886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63915293"/>
      </p:ext>
    </p:extLst>
  </p:cSld>
  <p:clrMapOvr>
    <a:masterClrMapping/>
  </p:clrMapOvr>
  <p:transition spd="slow">
    <p:randomBar dir="vert"/>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7" name="Rectangle 26">
            <a:extLst>
              <a:ext uri="{FF2B5EF4-FFF2-40B4-BE49-F238E27FC236}">
                <a16:creationId xmlns:a16="http://schemas.microsoft.com/office/drawing/2014/main" id="{18EE42F0-2470-417A-8666-6E3266FEBF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696712"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pic>
        <p:nvPicPr>
          <p:cNvPr id="5" name="Picture 4" descr="Corner of an apartment building against a clear sky">
            <a:extLst>
              <a:ext uri="{FF2B5EF4-FFF2-40B4-BE49-F238E27FC236}">
                <a16:creationId xmlns:a16="http://schemas.microsoft.com/office/drawing/2014/main" id="{E82A02C0-7B19-8ABD-DD3B-6D2EF45C55B3}"/>
              </a:ext>
            </a:extLst>
          </p:cNvPr>
          <p:cNvPicPr>
            <a:picLocks noChangeAspect="1"/>
          </p:cNvPicPr>
          <p:nvPr/>
        </p:nvPicPr>
        <p:blipFill>
          <a:blip r:embed="rId2">
            <a:alphaModFix amt="40000"/>
          </a:blip>
          <a:srcRect l="40527" r="4050" b="-1"/>
          <a:stretch>
            <a:fillRect/>
          </a:stretch>
        </p:blipFill>
        <p:spPr>
          <a:xfrm>
            <a:off x="2553" y="10"/>
            <a:ext cx="5694160" cy="6857990"/>
          </a:xfrm>
          <a:prstGeom prst="rect">
            <a:avLst/>
          </a:prstGeom>
        </p:spPr>
      </p:pic>
      <p:sp>
        <p:nvSpPr>
          <p:cNvPr id="2" name="Title 1">
            <a:extLst>
              <a:ext uri="{FF2B5EF4-FFF2-40B4-BE49-F238E27FC236}">
                <a16:creationId xmlns:a16="http://schemas.microsoft.com/office/drawing/2014/main" id="{DEE5DDE4-166F-9C28-5A54-9ABAFD2322C8}"/>
              </a:ext>
            </a:extLst>
          </p:cNvPr>
          <p:cNvSpPr>
            <a:spLocks noGrp="1"/>
          </p:cNvSpPr>
          <p:nvPr>
            <p:ph type="title"/>
          </p:nvPr>
        </p:nvSpPr>
        <p:spPr>
          <a:xfrm>
            <a:off x="642520" y="1583827"/>
            <a:ext cx="4023360" cy="4111315"/>
          </a:xfrm>
        </p:spPr>
        <p:txBody>
          <a:bodyPr anchor="b">
            <a:normAutofit/>
          </a:bodyPr>
          <a:lstStyle/>
          <a:p>
            <a:r>
              <a:rPr lang="en-ZA">
                <a:solidFill>
                  <a:srgbClr val="FFFFFF"/>
                </a:solidFill>
              </a:rPr>
              <a:t>Conclusion</a:t>
            </a:r>
          </a:p>
        </p:txBody>
      </p:sp>
      <p:cxnSp>
        <p:nvCxnSpPr>
          <p:cNvPr id="29" name="Straight Connector 28">
            <a:extLst>
              <a:ext uri="{FF2B5EF4-FFF2-40B4-BE49-F238E27FC236}">
                <a16:creationId xmlns:a16="http://schemas.microsoft.com/office/drawing/2014/main" id="{B90DD1AA-9FC9-0AF2-B563-CA13C179FBC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8720" y="604092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949CF1D-E13A-8CF4-C965-73E30269DEAA}"/>
              </a:ext>
            </a:extLst>
          </p:cNvPr>
          <p:cNvSpPr>
            <a:spLocks noGrp="1"/>
          </p:cNvSpPr>
          <p:nvPr>
            <p:ph idx="1"/>
          </p:nvPr>
        </p:nvSpPr>
        <p:spPr>
          <a:xfrm>
            <a:off x="6245353" y="667512"/>
            <a:ext cx="5285656" cy="5630412"/>
          </a:xfrm>
        </p:spPr>
        <p:txBody>
          <a:bodyPr>
            <a:normAutofit/>
          </a:bodyPr>
          <a:lstStyle/>
          <a:p>
            <a:pPr>
              <a:lnSpc>
                <a:spcPct val="110000"/>
              </a:lnSpc>
            </a:pPr>
            <a:r>
              <a:rPr lang="en-ZA" sz="1400" dirty="0"/>
              <a:t>The Smart Property &amp; Accommodation Management System is designed to modernize the way accommodation and property services are managed by bringing multiple property-related functions into one integrated platform. By supporting student residences, apartments, holiday homes, guest houses, hotels, rental properties, and offices, the system provides a comprehensive solution for both property owners and customers.</a:t>
            </a:r>
          </a:p>
          <a:p>
            <a:pPr>
              <a:lnSpc>
                <a:spcPct val="110000"/>
              </a:lnSpc>
            </a:pPr>
            <a:r>
              <a:rPr lang="en-ZA" sz="1400" dirty="0"/>
              <a:t>With features such as online property browsing, booking management, secure payments, reviews, maintenance request tracking, and administrative reporting, the proposed system will improve efficiency, reduce manual processes, and enhance the overall user experience. This project has strong potential within the South African market, where demand for reliable accommodation and property management solutions continues to grow. Once implemented, the platform will offer a scalable, secure, and user-friendly solution that benefits tenants, property owners, and administrators alike.</a:t>
            </a:r>
          </a:p>
          <a:p>
            <a:pPr>
              <a:lnSpc>
                <a:spcPct val="110000"/>
              </a:lnSpc>
            </a:pPr>
            <a:endParaRPr lang="en-ZA" sz="1400" dirty="0"/>
          </a:p>
        </p:txBody>
      </p:sp>
    </p:spTree>
    <p:extLst>
      <p:ext uri="{BB962C8B-B14F-4D97-AF65-F5344CB8AC3E}">
        <p14:creationId xmlns:p14="http://schemas.microsoft.com/office/powerpoint/2010/main" val="390747754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docProps/app.xml><?xml version="1.0" encoding="utf-8"?>
<Properties xmlns="http://schemas.openxmlformats.org/officeDocument/2006/extended-properties" xmlns:vt="http://schemas.openxmlformats.org/officeDocument/2006/docPropsVTypes">
  <TotalTime>221</TotalTime>
  <Words>1212</Words>
  <Application>Microsoft Office PowerPoint</Application>
  <PresentationFormat>Widescreen</PresentationFormat>
  <Paragraphs>139</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Aptos</vt:lpstr>
      <vt:lpstr>Arial</vt:lpstr>
      <vt:lpstr>Grandview Display</vt:lpstr>
      <vt:lpstr>Neue Haas Grotesk Text Pro</vt:lpstr>
      <vt:lpstr>DashVTI</vt:lpstr>
      <vt:lpstr>Smart Property &amp; Accommodation Management System</vt:lpstr>
      <vt:lpstr>Table of Content</vt:lpstr>
      <vt:lpstr>Executive Summary</vt:lpstr>
      <vt:lpstr>Objectives</vt:lpstr>
      <vt:lpstr>Scope of Work</vt:lpstr>
      <vt:lpstr>Scope of Work</vt:lpstr>
      <vt:lpstr>Scope of Work</vt:lpstr>
      <vt:lpstr>Scope of Work</vt:lpstr>
      <vt:lpstr>Scope of Work</vt:lpstr>
      <vt:lpstr>Project Timeline</vt:lpstr>
      <vt:lpstr>Budget Estimate</vt:lpstr>
      <vt:lpstr>Team Overview</vt:lpstr>
      <vt:lpstr>Terms and Conditions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Wandile Zuke (225024142)</dc:creator>
  <cp:lastModifiedBy>Samukelo Sicelo Jili</cp:lastModifiedBy>
  <cp:revision>3</cp:revision>
  <dcterms:created xsi:type="dcterms:W3CDTF">2026-07-30T16:37:47Z</dcterms:created>
  <dcterms:modified xsi:type="dcterms:W3CDTF">2026-07-31T10:00:27Z</dcterms:modified>
</cp:coreProperties>
</file>